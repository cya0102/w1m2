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9.svg" ContentType="image/svg+xml"/>
  <Override PartName="/ppt/media/image2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3" r:id="rId3"/>
    <p:sldId id="259" r:id="rId5"/>
    <p:sldId id="262" r:id="rId6"/>
    <p:sldId id="265" r:id="rId7"/>
    <p:sldId id="267" r:id="rId8"/>
    <p:sldId id="268" r:id="rId9"/>
    <p:sldId id="269" r:id="rId10"/>
    <p:sldId id="270" r:id="rId11"/>
    <p:sldId id="271"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DBF1"/>
    <a:srgbClr val="F7FA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7" Type="http://schemas.openxmlformats.org/officeDocument/2006/relationships/image" Target="../media/image27.wmf"/><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文从优化蒸馏过程中输入样本出发，将各层教师与学生模型中间特征的中心频率、中间特征的相似性作为优化目标，以保证在实际蒸馏过程中，增强学生与教师模型中间特征匹配度，提高后续蒸馏过程的对齐效率；在蒸馏过程中，针对蒸馏自适应样本生成模块中识别的教师与学生模型各通道中心频率的相似性，自动关注那些在教师与学生之间存在显著差异的通道，动态调整蒸馏强度，从而实现更加有选择性与结构感知的知识迁移。动机图如图</a:t>
            </a:r>
            <a:r>
              <a:rPr lang="en-US" altLang="zh-CN"/>
              <a:t>\ref{Motivation}</a:t>
            </a:r>
            <a:r>
              <a:rPr lang="zh-CN" altLang="en-US"/>
              <a:t>所示，教师与学生模型的中间特征会趋向于一致，大大提高蒸馏效率。</a:t>
            </a:r>
            <a:endParaRPr lang="zh-CN" altLang="en-US"/>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本文提出了一种频域自适应适配蒸馏方法，旨在提升轻量化学生模型在视频动作分类任务中的表现。方法整体以教师模型为引导，通过频域增强与梯度引导的样本优化策略，引导学生模型学习更具判别性的特征。首先，使用教师模型的频域特征变化计算</a:t>
            </a:r>
            <a:r>
              <a:rPr lang="en-US" altLang="zh-CN"/>
              <a:t>“</a:t>
            </a:r>
            <a:r>
              <a:rPr lang="zh-CN" altLang="en-US"/>
              <a:t>更新增益</a:t>
            </a:r>
            <a:r>
              <a:rPr lang="en-US" altLang="zh-CN"/>
              <a:t>”</a:t>
            </a:r>
            <a:r>
              <a:rPr lang="zh-CN" altLang="en-US"/>
              <a:t>以判断是否进行样本更新；若增益大于</a:t>
            </a:r>
            <a:r>
              <a:rPr lang="en-US" altLang="zh-CN"/>
              <a:t>1</a:t>
            </a:r>
            <a:r>
              <a:rPr lang="zh-CN" altLang="en-US"/>
              <a:t>，则依托教师与学生在频域中的中间特征，计算通道感知的损失并引导样本梯度方向，更新类记忆库。接着，依据历史梯度信息对原始训练样本进行自适应更新，生成蒸馏增强样本。最终，利用这些更新样本计算多重蒸馏损失（包括辅助损失与通道自适应损失），共同优化学生模型，从而实现更有效的知识迁移。</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通道蒸馏（</a:t>
            </a:r>
            <a:r>
              <a:rPr lang="en-US" altLang="zh-CN"/>
              <a:t>Channel Distillation</a:t>
            </a:r>
            <a:r>
              <a:rPr lang="zh-CN" altLang="en-US"/>
              <a:t>）与传统空间蒸馏（</a:t>
            </a:r>
            <a:r>
              <a:rPr lang="en-US" altLang="zh-CN"/>
              <a:t>Spatial Distillation</a:t>
            </a:r>
            <a:r>
              <a:rPr lang="zh-CN" altLang="en-US"/>
              <a:t>）在知识蒸馏中呈现出明显的维度差异：通道蒸馏主要关注教师模型与学生模型在通道维度上的特征分布对齐，通过匹配通道统计量（如均值、方差）或通道间关系（如</a:t>
            </a:r>
            <a:r>
              <a:rPr lang="en-US" altLang="zh-CN"/>
              <a:t>Gram</a:t>
            </a:r>
            <a:r>
              <a:rPr lang="zh-CN" altLang="en-US"/>
              <a:t>矩阵）来实现知识迁移，这种方法计算高效且擅长捕捉全局特征表示，特别适合通道敏感性任务（如图像分类）；而传统空间蒸馏则侧重于空间维度的特征匹配，通过逐像素或逐区域对齐激活图来保留细节空间结构，在需要精确定位的任务（如目标检测、语义分割）中表现更优。两者核心区别在于知识迁移的维度选择</a:t>
            </a:r>
            <a:r>
              <a:rPr lang="en-US" altLang="zh-CN"/>
              <a:t>——</a:t>
            </a:r>
            <a:r>
              <a:rPr lang="zh-CN" altLang="en-US"/>
              <a:t>通道蒸馏优化特征通道的分布特性，空间蒸馏保持特征图的空间相关性。实际应用中，可根据任务需求选择：若需轻量化且关注全局特征，通道蒸馏更优；若需保持空间细节，则空间蒸馏更合适，亦可将二者结合形成混合蒸馏策略以兼顾不同维度的知识迁移。</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在</a:t>
            </a:r>
            <a:r>
              <a:rPr lang="en-US" altLang="zh-CN">
                <a:sym typeface="+mn-ea"/>
              </a:rPr>
              <a:t>UCF101</a:t>
            </a:r>
            <a:r>
              <a:rPr lang="zh-CN" altLang="en-US">
                <a:sym typeface="+mn-ea"/>
              </a:rPr>
              <a:t>数据集上，不难发现在模型浅层（</a:t>
            </a:r>
            <a:r>
              <a:rPr lang="en-US" altLang="zh-CN">
                <a:sym typeface="+mn-ea"/>
              </a:rPr>
              <a:t>Layer1</a:t>
            </a:r>
            <a:r>
              <a:rPr lang="zh-CN" altLang="en-US">
                <a:sym typeface="+mn-ea"/>
              </a:rPr>
              <a:t>、</a:t>
            </a:r>
            <a:r>
              <a:rPr lang="en-US" altLang="zh-CN">
                <a:sym typeface="+mn-ea"/>
              </a:rPr>
              <a:t>Layer2</a:t>
            </a:r>
            <a:r>
              <a:rPr lang="zh-CN" altLang="en-US">
                <a:sym typeface="+mn-ea"/>
              </a:rPr>
              <a:t>）更关注于背景，教师模型更关注于拳击场的围栏，而学生模型还着重关注了拳击场的地面，当使用本文提出的方法后，学生模型的注意力会从地面逐步向围栏过渡，而教师模型不光会关注围栏部分也会逐步会向拳击地面（图中红圈所示），教师与学生的关注区域会趋向一致；当模型在深层（</a:t>
            </a:r>
            <a:r>
              <a:rPr lang="en-US" altLang="zh-CN">
                <a:sym typeface="+mn-ea"/>
              </a:rPr>
              <a:t>Layer3</a:t>
            </a:r>
            <a:r>
              <a:rPr lang="zh-CN" altLang="en-US">
                <a:sym typeface="+mn-ea"/>
              </a:rPr>
              <a:t>、</a:t>
            </a:r>
            <a:r>
              <a:rPr lang="en-US" altLang="zh-CN">
                <a:sym typeface="+mn-ea"/>
              </a:rPr>
              <a:t>Layer4</a:t>
            </a:r>
            <a:r>
              <a:rPr lang="zh-CN" altLang="en-US">
                <a:sym typeface="+mn-ea"/>
              </a:rPr>
              <a:t>）时，教师与学生模型均会逐渐关注与动作本身，但左图</a:t>
            </a:r>
            <a:r>
              <a:rPr lang="en-US" altLang="zh-CN">
                <a:sym typeface="+mn-ea"/>
              </a:rPr>
              <a:t>layer3</a:t>
            </a:r>
            <a:r>
              <a:rPr lang="zh-CN" altLang="en-US">
                <a:sym typeface="+mn-ea"/>
              </a:rPr>
              <a:t>时，教师与学生模型的专注点仍在拳击场的拦网处，使用本文提出的方法后，教师与学生模型的中间特征会关注于拳击运动员的手部，</a:t>
            </a:r>
            <a:r>
              <a:rPr lang="en-US" altLang="zh-CN">
                <a:sym typeface="+mn-ea"/>
              </a:rPr>
              <a:t>(</a:t>
            </a:r>
            <a:r>
              <a:rPr lang="zh-CN" altLang="en-US">
                <a:sym typeface="+mn-ea"/>
              </a:rPr>
              <a:t>黄圈所示</a:t>
            </a:r>
            <a:r>
              <a:rPr lang="en-US" altLang="zh-CN">
                <a:sym typeface="+mn-ea"/>
              </a:rPr>
              <a:t>)</a:t>
            </a:r>
            <a:r>
              <a:rPr lang="zh-CN" altLang="en-US">
                <a:sym typeface="+mn-ea"/>
              </a:rPr>
              <a:t>。</a:t>
            </a:r>
            <a:endParaRPr lang="zh-CN" altLang="en-US">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在</a:t>
            </a:r>
            <a:r>
              <a:rPr lang="en-US" altLang="zh-CN">
                <a:sym typeface="+mn-ea"/>
              </a:rPr>
              <a:t>UCF101</a:t>
            </a:r>
            <a:r>
              <a:rPr lang="zh-CN" altLang="en-US">
                <a:sym typeface="+mn-ea"/>
              </a:rPr>
              <a:t>数据集上，不难发现在模型浅层（</a:t>
            </a:r>
            <a:r>
              <a:rPr lang="en-US" altLang="zh-CN">
                <a:sym typeface="+mn-ea"/>
              </a:rPr>
              <a:t>Layer1</a:t>
            </a:r>
            <a:r>
              <a:rPr lang="zh-CN" altLang="en-US">
                <a:sym typeface="+mn-ea"/>
              </a:rPr>
              <a:t>、</a:t>
            </a:r>
            <a:r>
              <a:rPr lang="en-US" altLang="zh-CN">
                <a:sym typeface="+mn-ea"/>
              </a:rPr>
              <a:t>Layer2</a:t>
            </a:r>
            <a:r>
              <a:rPr lang="zh-CN" altLang="en-US">
                <a:sym typeface="+mn-ea"/>
              </a:rPr>
              <a:t>）更关注于背景，原始输入的教师模型关注于右侧的骑行者，而学生模型则更多的关注到背景，通过本文方法更新样本后，教师与学生的关注区域会趋向一致，教师与学生模型的关注区域都会趋向一致，</a:t>
            </a:r>
            <a:r>
              <a:rPr lang="en-US" altLang="zh-CN">
                <a:sym typeface="+mn-ea"/>
              </a:rPr>
              <a:t> </a:t>
            </a:r>
            <a:r>
              <a:rPr lang="zh-CN" altLang="en-US">
                <a:sym typeface="+mn-ea"/>
              </a:rPr>
              <a:t>均会关注于背景知识或学生的骑行动作（图中红圈所示），在右图的</a:t>
            </a:r>
            <a:r>
              <a:rPr lang="en-US" altLang="zh-CN">
                <a:sym typeface="+mn-ea"/>
              </a:rPr>
              <a:t>layer3</a:t>
            </a:r>
            <a:r>
              <a:rPr lang="zh-CN" altLang="en-US">
                <a:sym typeface="+mn-ea"/>
              </a:rPr>
              <a:t>时，虽然原始的教师与学生模型关注到了右侧一个人的骑行动作，然而忽略了左侧运动员的骑行动作，这点在应用了本文更新后的训练样本后得到了极大的改善。</a:t>
            </a:r>
            <a:endParaRPr lang="zh-CN" altLang="en-US">
              <a:sym typeface="+mn-ea"/>
            </a:endParaRPr>
          </a:p>
          <a:p>
            <a:endParaRPr lang="en-US">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在</a:t>
            </a:r>
            <a:r>
              <a:rPr lang="en-US" altLang="zh-CN">
                <a:sym typeface="+mn-ea"/>
              </a:rPr>
              <a:t>Sth-Sth</a:t>
            </a:r>
            <a:r>
              <a:rPr lang="zh-CN" altLang="en-US">
                <a:sym typeface="+mn-ea"/>
              </a:rPr>
              <a:t>数据集上，由于模型本身的准确并不高，可视化结果相较于</a:t>
            </a:r>
            <a:r>
              <a:rPr lang="en-US" altLang="zh-CN">
                <a:sym typeface="+mn-ea"/>
              </a:rPr>
              <a:t>UCF101</a:t>
            </a:r>
            <a:r>
              <a:rPr lang="zh-CN" altLang="en-US">
                <a:sym typeface="+mn-ea"/>
              </a:rPr>
              <a:t>数据集上并不明显，但无论是左图还是右图，使用更新后样本作为输入的浅层特征（</a:t>
            </a:r>
            <a:r>
              <a:rPr lang="en-US" altLang="zh-CN">
                <a:sym typeface="+mn-ea"/>
              </a:rPr>
              <a:t>Layer1</a:t>
            </a:r>
            <a:r>
              <a:rPr lang="zh-CN" altLang="en-US">
                <a:sym typeface="+mn-ea"/>
              </a:rPr>
              <a:t>、</a:t>
            </a:r>
            <a:r>
              <a:rPr lang="en-US" altLang="zh-CN">
                <a:sym typeface="+mn-ea"/>
              </a:rPr>
              <a:t>Layer2</a:t>
            </a:r>
            <a:r>
              <a:rPr lang="zh-CN" altLang="en-US">
                <a:sym typeface="+mn-ea"/>
              </a:rPr>
              <a:t>）热力图更聚焦于动作</a:t>
            </a:r>
            <a:r>
              <a:rPr lang="en-US" altLang="zh-CN">
                <a:sym typeface="+mn-ea"/>
              </a:rPr>
              <a:t>/</a:t>
            </a:r>
            <a:r>
              <a:rPr lang="zh-CN" altLang="en-US">
                <a:sym typeface="+mn-ea"/>
              </a:rPr>
              <a:t>物体本身（图中白圈所示），且教师与学生关注的区域会趋向一致；当模型在深层（</a:t>
            </a:r>
            <a:r>
              <a:rPr lang="en-US" altLang="zh-CN">
                <a:sym typeface="+mn-ea"/>
              </a:rPr>
              <a:t>Layer3</a:t>
            </a:r>
            <a:r>
              <a:rPr lang="zh-CN" altLang="en-US">
                <a:sym typeface="+mn-ea"/>
              </a:rPr>
              <a:t>、</a:t>
            </a:r>
            <a:r>
              <a:rPr lang="en-US" altLang="zh-CN">
                <a:sym typeface="+mn-ea"/>
              </a:rPr>
              <a:t>Layer4</a:t>
            </a:r>
            <a:r>
              <a:rPr lang="zh-CN" altLang="en-US">
                <a:sym typeface="+mn-ea"/>
              </a:rPr>
              <a:t>）时，教师与学生模型均会逐渐关注与动作本身，以左图为例，</a:t>
            </a:r>
            <a:r>
              <a:rPr lang="en-US" altLang="zh-CN">
                <a:sym typeface="+mn-ea"/>
              </a:rPr>
              <a:t>Layer4</a:t>
            </a:r>
            <a:r>
              <a:rPr lang="zh-CN" altLang="en-US">
                <a:sym typeface="+mn-ea"/>
              </a:rPr>
              <a:t>的热力图显示，以原始视频样本作为输入的教师模型虽然关注到了手与物体，但同时也关注了部分背景，而学生模型则关注区域完全偏移了，其冗余的信息无疑会增大学生模型学习难度；使用本文方法更新后的训练样本输入教师与学生模型后，教师与学生的关注区域均极其相似（黄圈所示），证明了本方法的有效性。</a:t>
            </a:r>
            <a:endParaRPr lang="zh-CN" altLang="en-US">
              <a:sym typeface="+mn-ea"/>
            </a:endParaRPr>
          </a:p>
          <a:p>
            <a:endParaRPr lang="zh-CN" altLang="en-US">
              <a:sym typeface="+mn-ea"/>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在</a:t>
            </a:r>
            <a:r>
              <a:rPr lang="en-US" altLang="zh-CN">
                <a:sym typeface="+mn-ea"/>
              </a:rPr>
              <a:t>Sth-Sth</a:t>
            </a:r>
            <a:r>
              <a:rPr lang="zh-CN" altLang="en-US">
                <a:sym typeface="+mn-ea"/>
              </a:rPr>
              <a:t>数据集上，由于模型本身的准确并不高，可视化结果相较于</a:t>
            </a:r>
            <a:r>
              <a:rPr lang="en-US" altLang="zh-CN">
                <a:sym typeface="+mn-ea"/>
              </a:rPr>
              <a:t>UCF101</a:t>
            </a:r>
            <a:r>
              <a:rPr lang="zh-CN" altLang="en-US">
                <a:sym typeface="+mn-ea"/>
              </a:rPr>
              <a:t>数据集上并不明显，但无论是左图还是右图，使用更新后样本作为输入的浅层特征（</a:t>
            </a:r>
            <a:r>
              <a:rPr lang="en-US" altLang="zh-CN">
                <a:sym typeface="+mn-ea"/>
              </a:rPr>
              <a:t>Layer1</a:t>
            </a:r>
            <a:r>
              <a:rPr lang="zh-CN" altLang="en-US">
                <a:sym typeface="+mn-ea"/>
              </a:rPr>
              <a:t>、</a:t>
            </a:r>
            <a:r>
              <a:rPr lang="en-US" altLang="zh-CN">
                <a:sym typeface="+mn-ea"/>
              </a:rPr>
              <a:t>Layer2</a:t>
            </a:r>
            <a:r>
              <a:rPr lang="zh-CN" altLang="en-US">
                <a:sym typeface="+mn-ea"/>
              </a:rPr>
              <a:t>）热力图更聚焦于动作</a:t>
            </a:r>
            <a:r>
              <a:rPr lang="en-US" altLang="zh-CN">
                <a:sym typeface="+mn-ea"/>
              </a:rPr>
              <a:t>/</a:t>
            </a:r>
            <a:r>
              <a:rPr lang="zh-CN" altLang="en-US">
                <a:sym typeface="+mn-ea"/>
              </a:rPr>
              <a:t>物体本身（图中白圈所示），且教师与学生关注的区域会趋向一致；当模型在深层（</a:t>
            </a:r>
            <a:r>
              <a:rPr lang="en-US" altLang="zh-CN">
                <a:sym typeface="+mn-ea"/>
              </a:rPr>
              <a:t>Layer3</a:t>
            </a:r>
            <a:r>
              <a:rPr lang="zh-CN" altLang="en-US">
                <a:sym typeface="+mn-ea"/>
              </a:rPr>
              <a:t>、</a:t>
            </a:r>
            <a:r>
              <a:rPr lang="en-US" altLang="zh-CN">
                <a:sym typeface="+mn-ea"/>
              </a:rPr>
              <a:t>Layer4</a:t>
            </a:r>
            <a:r>
              <a:rPr lang="zh-CN" altLang="en-US">
                <a:sym typeface="+mn-ea"/>
              </a:rPr>
              <a:t>）时，教师与学生模型均会逐渐关注与物体</a:t>
            </a:r>
            <a:r>
              <a:rPr lang="en-US" altLang="zh-CN">
                <a:sym typeface="+mn-ea"/>
              </a:rPr>
              <a:t>/</a:t>
            </a:r>
            <a:r>
              <a:rPr lang="zh-CN" altLang="en-US">
                <a:sym typeface="+mn-ea"/>
              </a:rPr>
              <a:t>动作本身，即蓝色小球的位置如图中黄色圈的</a:t>
            </a:r>
            <a:r>
              <a:rPr lang="zh-CN" altLang="en-US">
                <a:sym typeface="+mn-ea"/>
              </a:rPr>
              <a:t>位置。</a:t>
            </a:r>
            <a:endParaRPr lang="zh-CN" altLang="en-US">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在</a:t>
            </a:r>
            <a:r>
              <a:rPr lang="en-US" altLang="zh-CN">
                <a:sym typeface="+mn-ea"/>
              </a:rPr>
              <a:t>Kinetics-400</a:t>
            </a:r>
            <a:r>
              <a:rPr lang="zh-CN" altLang="en-US">
                <a:sym typeface="+mn-ea"/>
              </a:rPr>
              <a:t>数据集上，与</a:t>
            </a:r>
            <a:r>
              <a:rPr lang="en-US" altLang="zh-CN">
                <a:sym typeface="+mn-ea"/>
              </a:rPr>
              <a:t>UCF101</a:t>
            </a:r>
            <a:r>
              <a:rPr lang="zh-CN" altLang="en-US">
                <a:sym typeface="+mn-ea"/>
              </a:rPr>
              <a:t>数据集类似模型浅层更关注于背景知识，而深层更关注于动作本身，以左图为例，在原始视频输入的情况下，</a:t>
            </a:r>
            <a:r>
              <a:rPr lang="en-US" altLang="zh-CN">
                <a:sym typeface="+mn-ea"/>
              </a:rPr>
              <a:t>Layer1</a:t>
            </a:r>
            <a:r>
              <a:rPr lang="zh-CN" altLang="en-US">
                <a:sym typeface="+mn-ea"/>
              </a:rPr>
              <a:t>的教师模型准确的关注了手敲击键盘这一动作，但学生模型与教师模型的关注区域差别巨大，学生模型很难从教师模型中学到有用的知识，然而使用本文更新后的训练样本时，虽然教师模型关注的区域缩小了，但与学生模型关注的区域高度吻合（图中白圈所示），到模型深层次时，也是同理，在原始视频输入的情况下</a:t>
            </a:r>
            <a:r>
              <a:rPr lang="en-US" altLang="zh-CN">
                <a:sym typeface="+mn-ea"/>
              </a:rPr>
              <a:t>,</a:t>
            </a:r>
            <a:r>
              <a:rPr lang="zh-CN" altLang="en-US">
                <a:sym typeface="+mn-ea"/>
              </a:rPr>
              <a:t>虽然教师模型的关注度范围更大（覆盖到几乎所有键盘，但与学生模型的关注区域差异巨大）</a:t>
            </a:r>
            <a:r>
              <a:rPr lang="en-US" altLang="zh-CN">
                <a:sym typeface="+mn-ea"/>
              </a:rPr>
              <a:t>,</a:t>
            </a:r>
            <a:r>
              <a:rPr lang="zh-CN" altLang="en-US">
                <a:sym typeface="+mn-ea"/>
              </a:rPr>
              <a:t>而使用了本文方法更新后的训练样本时，教师与学生模型关注的区域高度一致（黄圈所示），证明了本方法的有效性。</a:t>
            </a:r>
            <a:endParaRPr lang="zh-CN" altLang="en-US">
              <a:sym typeface="+mn-ea"/>
            </a:endParaRPr>
          </a:p>
          <a:p>
            <a:endParaRPr lang="en-US">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在</a:t>
            </a:r>
            <a:r>
              <a:rPr lang="en-US" altLang="zh-CN">
                <a:sym typeface="+mn-ea"/>
              </a:rPr>
              <a:t>Kinetics-400</a:t>
            </a:r>
            <a:r>
              <a:rPr lang="zh-CN" altLang="en-US">
                <a:sym typeface="+mn-ea"/>
              </a:rPr>
              <a:t>数据集上，与</a:t>
            </a:r>
            <a:r>
              <a:rPr lang="en-US" altLang="zh-CN">
                <a:sym typeface="+mn-ea"/>
              </a:rPr>
              <a:t>UCF101</a:t>
            </a:r>
            <a:r>
              <a:rPr lang="zh-CN" altLang="en-US">
                <a:sym typeface="+mn-ea"/>
              </a:rPr>
              <a:t>数据集类似模型浅层更关注于背景知识，而深层更关注于动作本身，浅层（</a:t>
            </a:r>
            <a:r>
              <a:rPr lang="en-US" altLang="zh-CN">
                <a:sym typeface="+mn-ea"/>
              </a:rPr>
              <a:t>Layer1/Layer2</a:t>
            </a:r>
            <a:r>
              <a:rPr lang="zh-CN" altLang="en-US">
                <a:sym typeface="+mn-ea"/>
              </a:rPr>
              <a:t>）模型更多关注与训练背景，但使用原始训练样本进行训练的教师模型</a:t>
            </a:r>
            <a:r>
              <a:rPr lang="en-US" altLang="zh-CN">
                <a:sym typeface="+mn-ea"/>
              </a:rPr>
              <a:t>/</a:t>
            </a:r>
            <a:r>
              <a:rPr lang="zh-CN" altLang="en-US">
                <a:sym typeface="+mn-ea"/>
              </a:rPr>
              <a:t>学生模型关注的区域有很大的差异，然而使用本文更新的训练样本输入模型中时，教师与学生模型的关注的背景区域会趋向于一致。深层模型也是同理。</a:t>
            </a:r>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9" Type="http://schemas.openxmlformats.org/officeDocument/2006/relationships/tags" Target="../tags/tag79.xml"/><Relationship Id="rId98" Type="http://schemas.openxmlformats.org/officeDocument/2006/relationships/tags" Target="../tags/tag78.xml"/><Relationship Id="rId97" Type="http://schemas.openxmlformats.org/officeDocument/2006/relationships/tags" Target="../tags/tag77.xml"/><Relationship Id="rId96" Type="http://schemas.openxmlformats.org/officeDocument/2006/relationships/tags" Target="../tags/tag76.xml"/><Relationship Id="rId95" Type="http://schemas.openxmlformats.org/officeDocument/2006/relationships/tags" Target="../tags/tag75.xml"/><Relationship Id="rId94" Type="http://schemas.openxmlformats.org/officeDocument/2006/relationships/oleObject" Target="../embeddings/oleObject12.bin"/><Relationship Id="rId93" Type="http://schemas.openxmlformats.org/officeDocument/2006/relationships/tags" Target="../tags/tag74.xml"/><Relationship Id="rId92" Type="http://schemas.openxmlformats.org/officeDocument/2006/relationships/tags" Target="../tags/tag73.xml"/><Relationship Id="rId91" Type="http://schemas.openxmlformats.org/officeDocument/2006/relationships/tags" Target="../tags/tag72.xml"/><Relationship Id="rId90" Type="http://schemas.openxmlformats.org/officeDocument/2006/relationships/tags" Target="../tags/tag71.xml"/><Relationship Id="rId9" Type="http://schemas.openxmlformats.org/officeDocument/2006/relationships/oleObject" Target="../embeddings/oleObject2.bin"/><Relationship Id="rId89" Type="http://schemas.openxmlformats.org/officeDocument/2006/relationships/tags" Target="../tags/tag70.xml"/><Relationship Id="rId88" Type="http://schemas.openxmlformats.org/officeDocument/2006/relationships/oleObject" Target="../embeddings/oleObject11.bin"/><Relationship Id="rId87" Type="http://schemas.openxmlformats.org/officeDocument/2006/relationships/tags" Target="../tags/tag69.xml"/><Relationship Id="rId86" Type="http://schemas.openxmlformats.org/officeDocument/2006/relationships/oleObject" Target="../embeddings/oleObject10.bin"/><Relationship Id="rId85" Type="http://schemas.openxmlformats.org/officeDocument/2006/relationships/tags" Target="../tags/tag68.xml"/><Relationship Id="rId84" Type="http://schemas.openxmlformats.org/officeDocument/2006/relationships/tags" Target="../tags/tag67.xml"/><Relationship Id="rId83" Type="http://schemas.openxmlformats.org/officeDocument/2006/relationships/tags" Target="../tags/tag66.xml"/><Relationship Id="rId82" Type="http://schemas.openxmlformats.org/officeDocument/2006/relationships/tags" Target="../tags/tag65.xml"/><Relationship Id="rId81" Type="http://schemas.openxmlformats.org/officeDocument/2006/relationships/tags" Target="../tags/tag64.xml"/><Relationship Id="rId80" Type="http://schemas.openxmlformats.org/officeDocument/2006/relationships/tags" Target="../tags/tag63.xml"/><Relationship Id="rId8" Type="http://schemas.openxmlformats.org/officeDocument/2006/relationships/tags" Target="../tags/tag6.xml"/><Relationship Id="rId79" Type="http://schemas.openxmlformats.org/officeDocument/2006/relationships/tags" Target="../tags/tag62.xml"/><Relationship Id="rId78" Type="http://schemas.openxmlformats.org/officeDocument/2006/relationships/image" Target="../media/image8.wmf"/><Relationship Id="rId77" Type="http://schemas.openxmlformats.org/officeDocument/2006/relationships/oleObject" Target="../embeddings/oleObject9.bin"/><Relationship Id="rId76" Type="http://schemas.openxmlformats.org/officeDocument/2006/relationships/tags" Target="../tags/tag61.xml"/><Relationship Id="rId75" Type="http://schemas.openxmlformats.org/officeDocument/2006/relationships/image" Target="../media/image7.wmf"/><Relationship Id="rId74" Type="http://schemas.openxmlformats.org/officeDocument/2006/relationships/oleObject" Target="../embeddings/oleObject8.bin"/><Relationship Id="rId73" Type="http://schemas.openxmlformats.org/officeDocument/2006/relationships/tags" Target="../tags/tag60.xml"/><Relationship Id="rId72" Type="http://schemas.openxmlformats.org/officeDocument/2006/relationships/tags" Target="../tags/tag59.xml"/><Relationship Id="rId71" Type="http://schemas.openxmlformats.org/officeDocument/2006/relationships/image" Target="../media/image6.wmf"/><Relationship Id="rId70" Type="http://schemas.openxmlformats.org/officeDocument/2006/relationships/oleObject" Target="../embeddings/oleObject7.bin"/><Relationship Id="rId7" Type="http://schemas.openxmlformats.org/officeDocument/2006/relationships/image" Target="../media/image1.wmf"/><Relationship Id="rId69" Type="http://schemas.openxmlformats.org/officeDocument/2006/relationships/tags" Target="../tags/tag58.xml"/><Relationship Id="rId68" Type="http://schemas.openxmlformats.org/officeDocument/2006/relationships/tags" Target="../tags/tag57.xml"/><Relationship Id="rId67" Type="http://schemas.openxmlformats.org/officeDocument/2006/relationships/tags" Target="../tags/tag56.xml"/><Relationship Id="rId66" Type="http://schemas.openxmlformats.org/officeDocument/2006/relationships/tags" Target="../tags/tag55.xml"/><Relationship Id="rId65" Type="http://schemas.openxmlformats.org/officeDocument/2006/relationships/tags" Target="../tags/tag54.xml"/><Relationship Id="rId64" Type="http://schemas.openxmlformats.org/officeDocument/2006/relationships/tags" Target="../tags/tag53.xml"/><Relationship Id="rId63" Type="http://schemas.openxmlformats.org/officeDocument/2006/relationships/tags" Target="../tags/tag52.xml"/><Relationship Id="rId62" Type="http://schemas.openxmlformats.org/officeDocument/2006/relationships/tags" Target="../tags/tag51.xml"/><Relationship Id="rId61" Type="http://schemas.openxmlformats.org/officeDocument/2006/relationships/tags" Target="../tags/tag50.xml"/><Relationship Id="rId60" Type="http://schemas.openxmlformats.org/officeDocument/2006/relationships/tags" Target="../tags/tag49.xml"/><Relationship Id="rId6" Type="http://schemas.openxmlformats.org/officeDocument/2006/relationships/oleObject" Target="../embeddings/oleObject1.bin"/><Relationship Id="rId59" Type="http://schemas.openxmlformats.org/officeDocument/2006/relationships/tags" Target="../tags/tag48.xml"/><Relationship Id="rId58" Type="http://schemas.openxmlformats.org/officeDocument/2006/relationships/tags" Target="../tags/tag47.xml"/><Relationship Id="rId57" Type="http://schemas.openxmlformats.org/officeDocument/2006/relationships/tags" Target="../tags/tag46.xml"/><Relationship Id="rId56" Type="http://schemas.openxmlformats.org/officeDocument/2006/relationships/tags" Target="../tags/tag45.xml"/><Relationship Id="rId55" Type="http://schemas.openxmlformats.org/officeDocument/2006/relationships/tags" Target="../tags/tag44.xml"/><Relationship Id="rId54" Type="http://schemas.openxmlformats.org/officeDocument/2006/relationships/tags" Target="../tags/tag43.xml"/><Relationship Id="rId53" Type="http://schemas.openxmlformats.org/officeDocument/2006/relationships/tags" Target="../tags/tag42.xml"/><Relationship Id="rId52" Type="http://schemas.openxmlformats.org/officeDocument/2006/relationships/tags" Target="../tags/tag41.xml"/><Relationship Id="rId51" Type="http://schemas.openxmlformats.org/officeDocument/2006/relationships/tags" Target="../tags/tag40.xml"/><Relationship Id="rId50" Type="http://schemas.openxmlformats.org/officeDocument/2006/relationships/image" Target="../media/image5.png"/><Relationship Id="rId5" Type="http://schemas.openxmlformats.org/officeDocument/2006/relationships/tags" Target="../tags/tag5.xml"/><Relationship Id="rId49" Type="http://schemas.openxmlformats.org/officeDocument/2006/relationships/tags" Target="../tags/tag39.xml"/><Relationship Id="rId48" Type="http://schemas.openxmlformats.org/officeDocument/2006/relationships/tags" Target="../tags/tag38.xml"/><Relationship Id="rId47" Type="http://schemas.openxmlformats.org/officeDocument/2006/relationships/tags" Target="../tags/tag37.xml"/><Relationship Id="rId46" Type="http://schemas.openxmlformats.org/officeDocument/2006/relationships/tags" Target="../tags/tag36.xml"/><Relationship Id="rId45" Type="http://schemas.openxmlformats.org/officeDocument/2006/relationships/tags" Target="../tags/tag35.xml"/><Relationship Id="rId44" Type="http://schemas.openxmlformats.org/officeDocument/2006/relationships/tags" Target="../tags/tag34.xml"/><Relationship Id="rId43" Type="http://schemas.openxmlformats.org/officeDocument/2006/relationships/tags" Target="../tags/tag33.xml"/><Relationship Id="rId42" Type="http://schemas.openxmlformats.org/officeDocument/2006/relationships/tags" Target="../tags/tag32.xml"/><Relationship Id="rId41" Type="http://schemas.openxmlformats.org/officeDocument/2006/relationships/image" Target="../media/image4.png"/><Relationship Id="rId40" Type="http://schemas.openxmlformats.org/officeDocument/2006/relationships/tags" Target="../tags/tag31.xml"/><Relationship Id="rId4" Type="http://schemas.openxmlformats.org/officeDocument/2006/relationships/tags" Target="../tags/tag4.xml"/><Relationship Id="rId39" Type="http://schemas.openxmlformats.org/officeDocument/2006/relationships/tags" Target="../tags/tag30.xml"/><Relationship Id="rId38" Type="http://schemas.openxmlformats.org/officeDocument/2006/relationships/tags" Target="../tags/tag29.xml"/><Relationship Id="rId37" Type="http://schemas.openxmlformats.org/officeDocument/2006/relationships/tags" Target="../tags/tag28.xml"/><Relationship Id="rId36" Type="http://schemas.openxmlformats.org/officeDocument/2006/relationships/tags" Target="../tags/tag27.xml"/><Relationship Id="rId35" Type="http://schemas.openxmlformats.org/officeDocument/2006/relationships/tags" Target="../tags/tag26.xml"/><Relationship Id="rId34" Type="http://schemas.openxmlformats.org/officeDocument/2006/relationships/tags" Target="../tags/tag25.xml"/><Relationship Id="rId33" Type="http://schemas.openxmlformats.org/officeDocument/2006/relationships/tags" Target="../tags/tag24.xml"/><Relationship Id="rId32" Type="http://schemas.openxmlformats.org/officeDocument/2006/relationships/tags" Target="../tags/tag23.xml"/><Relationship Id="rId31" Type="http://schemas.openxmlformats.org/officeDocument/2006/relationships/oleObject" Target="../embeddings/oleObject6.bin"/><Relationship Id="rId30" Type="http://schemas.openxmlformats.org/officeDocument/2006/relationships/tags" Target="../tags/tag22.xml"/><Relationship Id="rId3" Type="http://schemas.openxmlformats.org/officeDocument/2006/relationships/tags" Target="../tags/tag3.xml"/><Relationship Id="rId29" Type="http://schemas.openxmlformats.org/officeDocument/2006/relationships/oleObject" Target="../embeddings/oleObject5.bin"/><Relationship Id="rId28" Type="http://schemas.openxmlformats.org/officeDocument/2006/relationships/tags" Target="../tags/tag21.xml"/><Relationship Id="rId27" Type="http://schemas.openxmlformats.org/officeDocument/2006/relationships/oleObject" Target="../embeddings/oleObject4.bin"/><Relationship Id="rId26" Type="http://schemas.openxmlformats.org/officeDocument/2006/relationships/tags" Target="../tags/tag20.xml"/><Relationship Id="rId25" Type="http://schemas.openxmlformats.org/officeDocument/2006/relationships/tags" Target="../tags/tag19.xml"/><Relationship Id="rId24" Type="http://schemas.openxmlformats.org/officeDocument/2006/relationships/tags" Target="../tags/tag18.xml"/><Relationship Id="rId23" Type="http://schemas.openxmlformats.org/officeDocument/2006/relationships/tags" Target="../tags/tag17.xml"/><Relationship Id="rId22" Type="http://schemas.openxmlformats.org/officeDocument/2006/relationships/tags" Target="../tags/tag16.xml"/><Relationship Id="rId21" Type="http://schemas.openxmlformats.org/officeDocument/2006/relationships/tags" Target="../tags/tag15.xml"/><Relationship Id="rId20" Type="http://schemas.openxmlformats.org/officeDocument/2006/relationships/tags" Target="../tags/tag14.xml"/><Relationship Id="rId2" Type="http://schemas.openxmlformats.org/officeDocument/2006/relationships/tags" Target="../tags/tag2.xml"/><Relationship Id="rId19" Type="http://schemas.openxmlformats.org/officeDocument/2006/relationships/tags" Target="../tags/tag13.xml"/><Relationship Id="rId18" Type="http://schemas.openxmlformats.org/officeDocument/2006/relationships/tags" Target="../tags/tag12.xml"/><Relationship Id="rId17" Type="http://schemas.openxmlformats.org/officeDocument/2006/relationships/tags" Target="../tags/tag11.xml"/><Relationship Id="rId16" Type="http://schemas.openxmlformats.org/officeDocument/2006/relationships/tags" Target="../tags/tag10.xml"/><Relationship Id="rId15" Type="http://schemas.openxmlformats.org/officeDocument/2006/relationships/tags" Target="../tags/tag9.xml"/><Relationship Id="rId14" Type="http://schemas.openxmlformats.org/officeDocument/2006/relationships/tags" Target="../tags/tag8.xml"/><Relationship Id="rId13" Type="http://schemas.openxmlformats.org/officeDocument/2006/relationships/image" Target="../media/image3.wmf"/><Relationship Id="rId12" Type="http://schemas.openxmlformats.org/officeDocument/2006/relationships/oleObject" Target="../embeddings/oleObject3.bin"/><Relationship Id="rId114" Type="http://schemas.openxmlformats.org/officeDocument/2006/relationships/notesSlide" Target="../notesSlides/notesSlide1.xml"/><Relationship Id="rId113" Type="http://schemas.openxmlformats.org/officeDocument/2006/relationships/vmlDrawing" Target="../drawings/vmlDrawing1.vml"/><Relationship Id="rId112" Type="http://schemas.openxmlformats.org/officeDocument/2006/relationships/slideLayout" Target="../slideLayouts/slideLayout2.xml"/><Relationship Id="rId111" Type="http://schemas.openxmlformats.org/officeDocument/2006/relationships/tags" Target="../tags/tag91.xml"/><Relationship Id="rId110" Type="http://schemas.openxmlformats.org/officeDocument/2006/relationships/tags" Target="../tags/tag90.xml"/><Relationship Id="rId11" Type="http://schemas.openxmlformats.org/officeDocument/2006/relationships/tags" Target="../tags/tag7.xml"/><Relationship Id="rId109" Type="http://schemas.openxmlformats.org/officeDocument/2006/relationships/tags" Target="../tags/tag89.xml"/><Relationship Id="rId108" Type="http://schemas.openxmlformats.org/officeDocument/2006/relationships/tags" Target="../tags/tag88.xml"/><Relationship Id="rId107" Type="http://schemas.openxmlformats.org/officeDocument/2006/relationships/tags" Target="../tags/tag87.xml"/><Relationship Id="rId106" Type="http://schemas.openxmlformats.org/officeDocument/2006/relationships/tags" Target="../tags/tag86.xml"/><Relationship Id="rId105" Type="http://schemas.openxmlformats.org/officeDocument/2006/relationships/tags" Target="../tags/tag85.xml"/><Relationship Id="rId104" Type="http://schemas.openxmlformats.org/officeDocument/2006/relationships/tags" Target="../tags/tag84.xml"/><Relationship Id="rId103" Type="http://schemas.openxmlformats.org/officeDocument/2006/relationships/tags" Target="../tags/tag83.xml"/><Relationship Id="rId102" Type="http://schemas.openxmlformats.org/officeDocument/2006/relationships/tags" Target="../tags/tag82.xml"/><Relationship Id="rId101" Type="http://schemas.openxmlformats.org/officeDocument/2006/relationships/tags" Target="../tags/tag81.xml"/><Relationship Id="rId100" Type="http://schemas.openxmlformats.org/officeDocument/2006/relationships/tags" Target="../tags/tag80.xml"/><Relationship Id="rId10" Type="http://schemas.openxmlformats.org/officeDocument/2006/relationships/image" Target="../media/image2.wmf"/><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5" Type="http://schemas.openxmlformats.org/officeDocument/2006/relationships/notesSlide" Target="../notesSlides/notesSlide2.xml"/><Relationship Id="rId54" Type="http://schemas.openxmlformats.org/officeDocument/2006/relationships/vmlDrawing" Target="../drawings/vmlDrawing2.vml"/><Relationship Id="rId53" Type="http://schemas.openxmlformats.org/officeDocument/2006/relationships/slideLayout" Target="../slideLayouts/slideLayout2.xml"/><Relationship Id="rId52" Type="http://schemas.openxmlformats.org/officeDocument/2006/relationships/image" Target="../media/image27.wmf"/><Relationship Id="rId51" Type="http://schemas.openxmlformats.org/officeDocument/2006/relationships/oleObject" Target="../embeddings/oleObject19.bin"/><Relationship Id="rId50" Type="http://schemas.openxmlformats.org/officeDocument/2006/relationships/image" Target="../media/image26.wmf"/><Relationship Id="rId5" Type="http://schemas.openxmlformats.org/officeDocument/2006/relationships/tags" Target="../tags/tag96.xml"/><Relationship Id="rId49" Type="http://schemas.openxmlformats.org/officeDocument/2006/relationships/oleObject" Target="../embeddings/oleObject18.bin"/><Relationship Id="rId48" Type="http://schemas.openxmlformats.org/officeDocument/2006/relationships/image" Target="../media/image25.wmf"/><Relationship Id="rId47" Type="http://schemas.openxmlformats.org/officeDocument/2006/relationships/oleObject" Target="../embeddings/oleObject17.bin"/><Relationship Id="rId46" Type="http://schemas.openxmlformats.org/officeDocument/2006/relationships/image" Target="../media/image24.wmf"/><Relationship Id="rId45" Type="http://schemas.openxmlformats.org/officeDocument/2006/relationships/oleObject" Target="../embeddings/oleObject16.bin"/><Relationship Id="rId44" Type="http://schemas.openxmlformats.org/officeDocument/2006/relationships/image" Target="../media/image23.wmf"/><Relationship Id="rId43" Type="http://schemas.openxmlformats.org/officeDocument/2006/relationships/oleObject" Target="../embeddings/oleObject15.bin"/><Relationship Id="rId42" Type="http://schemas.openxmlformats.org/officeDocument/2006/relationships/image" Target="../media/image22.wmf"/><Relationship Id="rId41" Type="http://schemas.openxmlformats.org/officeDocument/2006/relationships/oleObject" Target="../embeddings/oleObject14.bin"/><Relationship Id="rId40" Type="http://schemas.openxmlformats.org/officeDocument/2006/relationships/image" Target="../media/image21.svg"/><Relationship Id="rId4" Type="http://schemas.openxmlformats.org/officeDocument/2006/relationships/tags" Target="../tags/tag95.xml"/><Relationship Id="rId39" Type="http://schemas.openxmlformats.org/officeDocument/2006/relationships/image" Target="../media/image20.png"/><Relationship Id="rId38" Type="http://schemas.openxmlformats.org/officeDocument/2006/relationships/image" Target="../media/image19.svg"/><Relationship Id="rId37" Type="http://schemas.openxmlformats.org/officeDocument/2006/relationships/image" Target="../media/image18.png"/><Relationship Id="rId36" Type="http://schemas.openxmlformats.org/officeDocument/2006/relationships/image" Target="../media/image17.wmf"/><Relationship Id="rId35" Type="http://schemas.openxmlformats.org/officeDocument/2006/relationships/oleObject" Target="../embeddings/oleObject13.bin"/><Relationship Id="rId34" Type="http://schemas.openxmlformats.org/officeDocument/2006/relationships/tags" Target="../tags/tag117.xml"/><Relationship Id="rId33" Type="http://schemas.openxmlformats.org/officeDocument/2006/relationships/tags" Target="../tags/tag116.xml"/><Relationship Id="rId32" Type="http://schemas.openxmlformats.org/officeDocument/2006/relationships/tags" Target="../tags/tag115.xml"/><Relationship Id="rId31" Type="http://schemas.openxmlformats.org/officeDocument/2006/relationships/tags" Target="../tags/tag114.xml"/><Relationship Id="rId30" Type="http://schemas.openxmlformats.org/officeDocument/2006/relationships/tags" Target="../tags/tag113.xml"/><Relationship Id="rId3" Type="http://schemas.openxmlformats.org/officeDocument/2006/relationships/tags" Target="../tags/tag94.xml"/><Relationship Id="rId29" Type="http://schemas.openxmlformats.org/officeDocument/2006/relationships/tags" Target="../tags/tag112.xml"/><Relationship Id="rId28" Type="http://schemas.openxmlformats.org/officeDocument/2006/relationships/tags" Target="../tags/tag111.xml"/><Relationship Id="rId27" Type="http://schemas.openxmlformats.org/officeDocument/2006/relationships/tags" Target="../tags/tag110.xml"/><Relationship Id="rId26" Type="http://schemas.openxmlformats.org/officeDocument/2006/relationships/tags" Target="../tags/tag109.xml"/><Relationship Id="rId25" Type="http://schemas.openxmlformats.org/officeDocument/2006/relationships/tags" Target="../tags/tag108.xml"/><Relationship Id="rId24" Type="http://schemas.openxmlformats.org/officeDocument/2006/relationships/tags" Target="../tags/tag107.xml"/><Relationship Id="rId23" Type="http://schemas.openxmlformats.org/officeDocument/2006/relationships/tags" Target="../tags/tag106.xml"/><Relationship Id="rId22" Type="http://schemas.openxmlformats.org/officeDocument/2006/relationships/tags" Target="../tags/tag105.xml"/><Relationship Id="rId21" Type="http://schemas.openxmlformats.org/officeDocument/2006/relationships/tags" Target="../tags/tag104.xml"/><Relationship Id="rId20" Type="http://schemas.openxmlformats.org/officeDocument/2006/relationships/image" Target="../media/image16.png"/><Relationship Id="rId2" Type="http://schemas.openxmlformats.org/officeDocument/2006/relationships/tags" Target="../tags/tag93.xml"/><Relationship Id="rId19" Type="http://schemas.openxmlformats.org/officeDocument/2006/relationships/image" Target="../media/image15.png"/><Relationship Id="rId18" Type="http://schemas.openxmlformats.org/officeDocument/2006/relationships/image" Target="../media/image14.png"/><Relationship Id="rId17" Type="http://schemas.openxmlformats.org/officeDocument/2006/relationships/image" Target="../media/image13.png"/><Relationship Id="rId16" Type="http://schemas.openxmlformats.org/officeDocument/2006/relationships/image" Target="../media/image12.png"/><Relationship Id="rId15" Type="http://schemas.openxmlformats.org/officeDocument/2006/relationships/image" Target="../media/image11.jpeg"/><Relationship Id="rId14" Type="http://schemas.openxmlformats.org/officeDocument/2006/relationships/image" Target="../media/image10.jpeg"/><Relationship Id="rId13" Type="http://schemas.openxmlformats.org/officeDocument/2006/relationships/image" Target="../media/image9.emf"/><Relationship Id="rId12" Type="http://schemas.openxmlformats.org/officeDocument/2006/relationships/tags" Target="../tags/tag103.xml"/><Relationship Id="rId11" Type="http://schemas.openxmlformats.org/officeDocument/2006/relationships/tags" Target="../tags/tag102.xml"/><Relationship Id="rId10" Type="http://schemas.openxmlformats.org/officeDocument/2006/relationships/tags" Target="../tags/tag101.xml"/><Relationship Id="rId1" Type="http://schemas.openxmlformats.org/officeDocument/2006/relationships/tags" Target="../tags/tag9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image" Target="../media/image35.png"/><Relationship Id="rId7" Type="http://schemas.openxmlformats.org/officeDocument/2006/relationships/image" Target="../media/image34.png"/><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8" Type="http://schemas.openxmlformats.org/officeDocument/2006/relationships/notesSlide" Target="../notesSlides/notesSlide4.xml"/><Relationship Id="rId27" Type="http://schemas.openxmlformats.org/officeDocument/2006/relationships/slideLayout" Target="../slideLayouts/slideLayout2.xml"/><Relationship Id="rId26" Type="http://schemas.openxmlformats.org/officeDocument/2006/relationships/tags" Target="../tags/tag125.xml"/><Relationship Id="rId25" Type="http://schemas.openxmlformats.org/officeDocument/2006/relationships/tags" Target="../tags/tag124.xml"/><Relationship Id="rId24" Type="http://schemas.openxmlformats.org/officeDocument/2006/relationships/tags" Target="../tags/tag123.xml"/><Relationship Id="rId23" Type="http://schemas.openxmlformats.org/officeDocument/2006/relationships/tags" Target="../tags/tag122.xml"/><Relationship Id="rId22" Type="http://schemas.openxmlformats.org/officeDocument/2006/relationships/tags" Target="../tags/tag121.xml"/><Relationship Id="rId21" Type="http://schemas.openxmlformats.org/officeDocument/2006/relationships/tags" Target="../tags/tag120.xml"/><Relationship Id="rId20" Type="http://schemas.openxmlformats.org/officeDocument/2006/relationships/tags" Target="../tags/tag119.xml"/><Relationship Id="rId2" Type="http://schemas.openxmlformats.org/officeDocument/2006/relationships/image" Target="../media/image29.png"/><Relationship Id="rId19" Type="http://schemas.openxmlformats.org/officeDocument/2006/relationships/tags" Target="../tags/tag118.xml"/><Relationship Id="rId18" Type="http://schemas.openxmlformats.org/officeDocument/2006/relationships/image" Target="../media/image45.png"/><Relationship Id="rId17" Type="http://schemas.openxmlformats.org/officeDocument/2006/relationships/image" Target="../media/image44.png"/><Relationship Id="rId16" Type="http://schemas.openxmlformats.org/officeDocument/2006/relationships/image" Target="../media/image43.png"/><Relationship Id="rId15" Type="http://schemas.openxmlformats.org/officeDocument/2006/relationships/image" Target="../media/image42.png"/><Relationship Id="rId14" Type="http://schemas.openxmlformats.org/officeDocument/2006/relationships/image" Target="../media/image41.png"/><Relationship Id="rId13" Type="http://schemas.openxmlformats.org/officeDocument/2006/relationships/image" Target="../media/image40.png"/><Relationship Id="rId12" Type="http://schemas.openxmlformats.org/officeDocument/2006/relationships/image" Target="../media/image39.png"/><Relationship Id="rId11" Type="http://schemas.openxmlformats.org/officeDocument/2006/relationships/image" Target="../media/image38.png"/><Relationship Id="rId10" Type="http://schemas.openxmlformats.org/officeDocument/2006/relationships/image" Target="../media/image37.png"/><Relationship Id="rId1" Type="http://schemas.openxmlformats.org/officeDocument/2006/relationships/image" Target="../media/image28.png"/></Relationships>
</file>

<file path=ppt/slides/_rels/slide5.xml.rels><?xml version="1.0" encoding="UTF-8" standalone="yes"?>
<Relationships xmlns="http://schemas.openxmlformats.org/package/2006/relationships"><Relationship Id="rId9" Type="http://schemas.openxmlformats.org/officeDocument/2006/relationships/image" Target="../media/image52.png"/><Relationship Id="rId8" Type="http://schemas.openxmlformats.org/officeDocument/2006/relationships/image" Target="../media/image51.png"/><Relationship Id="rId7" Type="http://schemas.openxmlformats.org/officeDocument/2006/relationships/tags" Target="../tags/tag127.xml"/><Relationship Id="rId6" Type="http://schemas.openxmlformats.org/officeDocument/2006/relationships/image" Target="../media/image50.png"/><Relationship Id="rId5" Type="http://schemas.openxmlformats.org/officeDocument/2006/relationships/tags" Target="../tags/tag126.xml"/><Relationship Id="rId4" Type="http://schemas.openxmlformats.org/officeDocument/2006/relationships/image" Target="../media/image49.png"/><Relationship Id="rId3" Type="http://schemas.openxmlformats.org/officeDocument/2006/relationships/image" Target="../media/image48.png"/><Relationship Id="rId26" Type="http://schemas.openxmlformats.org/officeDocument/2006/relationships/notesSlide" Target="../notesSlides/notesSlide5.xml"/><Relationship Id="rId25" Type="http://schemas.openxmlformats.org/officeDocument/2006/relationships/slideLayout" Target="../slideLayouts/slideLayout2.xml"/><Relationship Id="rId24" Type="http://schemas.openxmlformats.org/officeDocument/2006/relationships/image" Target="../media/image63.png"/><Relationship Id="rId23" Type="http://schemas.openxmlformats.org/officeDocument/2006/relationships/tags" Target="../tags/tag131.xml"/><Relationship Id="rId22" Type="http://schemas.openxmlformats.org/officeDocument/2006/relationships/image" Target="../media/image62.png"/><Relationship Id="rId21" Type="http://schemas.openxmlformats.org/officeDocument/2006/relationships/tags" Target="../tags/tag130.xml"/><Relationship Id="rId20" Type="http://schemas.openxmlformats.org/officeDocument/2006/relationships/image" Target="../media/image61.png"/><Relationship Id="rId2" Type="http://schemas.openxmlformats.org/officeDocument/2006/relationships/image" Target="../media/image47.png"/><Relationship Id="rId19" Type="http://schemas.openxmlformats.org/officeDocument/2006/relationships/image" Target="../media/image60.png"/><Relationship Id="rId18" Type="http://schemas.openxmlformats.org/officeDocument/2006/relationships/image" Target="../media/image59.png"/><Relationship Id="rId17" Type="http://schemas.openxmlformats.org/officeDocument/2006/relationships/tags" Target="../tags/tag129.xml"/><Relationship Id="rId16" Type="http://schemas.openxmlformats.org/officeDocument/2006/relationships/image" Target="../media/image58.png"/><Relationship Id="rId15" Type="http://schemas.openxmlformats.org/officeDocument/2006/relationships/tags" Target="../tags/tag128.xml"/><Relationship Id="rId14" Type="http://schemas.openxmlformats.org/officeDocument/2006/relationships/image" Target="../media/image57.png"/><Relationship Id="rId13" Type="http://schemas.openxmlformats.org/officeDocument/2006/relationships/image" Target="../media/image56.png"/><Relationship Id="rId12" Type="http://schemas.openxmlformats.org/officeDocument/2006/relationships/image" Target="../media/image55.png"/><Relationship Id="rId11" Type="http://schemas.openxmlformats.org/officeDocument/2006/relationships/image" Target="../media/image54.png"/><Relationship Id="rId10" Type="http://schemas.openxmlformats.org/officeDocument/2006/relationships/image" Target="../media/image53.png"/><Relationship Id="rId1" Type="http://schemas.openxmlformats.org/officeDocument/2006/relationships/image" Target="../media/image46.png"/></Relationships>
</file>

<file path=ppt/slides/_rels/slide6.xml.rels><?xml version="1.0" encoding="UTF-8" standalone="yes"?>
<Relationships xmlns="http://schemas.openxmlformats.org/package/2006/relationships"><Relationship Id="rId9" Type="http://schemas.openxmlformats.org/officeDocument/2006/relationships/image" Target="../media/image72.png"/><Relationship Id="rId8" Type="http://schemas.openxmlformats.org/officeDocument/2006/relationships/image" Target="../media/image71.png"/><Relationship Id="rId7" Type="http://schemas.openxmlformats.org/officeDocument/2006/relationships/image" Target="../media/image70.png"/><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3" Type="http://schemas.openxmlformats.org/officeDocument/2006/relationships/image" Target="../media/image66.png"/><Relationship Id="rId24" Type="http://schemas.openxmlformats.org/officeDocument/2006/relationships/notesSlide" Target="../notesSlides/notesSlide6.xml"/><Relationship Id="rId23" Type="http://schemas.openxmlformats.org/officeDocument/2006/relationships/slideLayout" Target="../slideLayouts/slideLayout2.xml"/><Relationship Id="rId22" Type="http://schemas.openxmlformats.org/officeDocument/2006/relationships/image" Target="../media/image81.png"/><Relationship Id="rId21" Type="http://schemas.openxmlformats.org/officeDocument/2006/relationships/tags" Target="../tags/tag135.xml"/><Relationship Id="rId20" Type="http://schemas.openxmlformats.org/officeDocument/2006/relationships/tags" Target="../tags/tag134.xml"/><Relationship Id="rId2" Type="http://schemas.openxmlformats.org/officeDocument/2006/relationships/image" Target="../media/image65.png"/><Relationship Id="rId19" Type="http://schemas.openxmlformats.org/officeDocument/2006/relationships/tags" Target="../tags/tag133.xml"/><Relationship Id="rId18" Type="http://schemas.openxmlformats.org/officeDocument/2006/relationships/tags" Target="../tags/tag132.xml"/><Relationship Id="rId17" Type="http://schemas.openxmlformats.org/officeDocument/2006/relationships/image" Target="../media/image80.png"/><Relationship Id="rId16" Type="http://schemas.openxmlformats.org/officeDocument/2006/relationships/image" Target="../media/image79.png"/><Relationship Id="rId15" Type="http://schemas.openxmlformats.org/officeDocument/2006/relationships/image" Target="../media/image78.png"/><Relationship Id="rId14" Type="http://schemas.openxmlformats.org/officeDocument/2006/relationships/image" Target="../media/image77.png"/><Relationship Id="rId13" Type="http://schemas.openxmlformats.org/officeDocument/2006/relationships/image" Target="../media/image76.png"/><Relationship Id="rId12" Type="http://schemas.openxmlformats.org/officeDocument/2006/relationships/image" Target="../media/image75.png"/><Relationship Id="rId11" Type="http://schemas.openxmlformats.org/officeDocument/2006/relationships/image" Target="../media/image74.png"/><Relationship Id="rId10" Type="http://schemas.openxmlformats.org/officeDocument/2006/relationships/image" Target="../media/image73.png"/><Relationship Id="rId1" Type="http://schemas.openxmlformats.org/officeDocument/2006/relationships/image" Target="../media/image64.png"/></Relationships>
</file>

<file path=ppt/slides/_rels/slide7.xml.rels><?xml version="1.0" encoding="UTF-8" standalone="yes"?>
<Relationships xmlns="http://schemas.openxmlformats.org/package/2006/relationships"><Relationship Id="rId9" Type="http://schemas.openxmlformats.org/officeDocument/2006/relationships/image" Target="../media/image90.png"/><Relationship Id="rId8" Type="http://schemas.openxmlformats.org/officeDocument/2006/relationships/image" Target="../media/image89.png"/><Relationship Id="rId7" Type="http://schemas.openxmlformats.org/officeDocument/2006/relationships/image" Target="../media/image88.png"/><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4.png"/><Relationship Id="rId24" Type="http://schemas.openxmlformats.org/officeDocument/2006/relationships/notesSlide" Target="../notesSlides/notesSlide7.xml"/><Relationship Id="rId23" Type="http://schemas.openxmlformats.org/officeDocument/2006/relationships/slideLayout" Target="../slideLayouts/slideLayout2.xml"/><Relationship Id="rId22" Type="http://schemas.openxmlformats.org/officeDocument/2006/relationships/image" Target="../media/image99.png"/><Relationship Id="rId21" Type="http://schemas.openxmlformats.org/officeDocument/2006/relationships/tags" Target="../tags/tag139.xml"/><Relationship Id="rId20" Type="http://schemas.openxmlformats.org/officeDocument/2006/relationships/tags" Target="../tags/tag138.xml"/><Relationship Id="rId2" Type="http://schemas.openxmlformats.org/officeDocument/2006/relationships/image" Target="../media/image83.png"/><Relationship Id="rId19" Type="http://schemas.openxmlformats.org/officeDocument/2006/relationships/tags" Target="../tags/tag137.xml"/><Relationship Id="rId18" Type="http://schemas.openxmlformats.org/officeDocument/2006/relationships/tags" Target="../tags/tag136.xml"/><Relationship Id="rId17" Type="http://schemas.openxmlformats.org/officeDocument/2006/relationships/image" Target="../media/image98.png"/><Relationship Id="rId16" Type="http://schemas.openxmlformats.org/officeDocument/2006/relationships/image" Target="../media/image97.png"/><Relationship Id="rId15" Type="http://schemas.openxmlformats.org/officeDocument/2006/relationships/image" Target="../media/image96.png"/><Relationship Id="rId14" Type="http://schemas.openxmlformats.org/officeDocument/2006/relationships/image" Target="../media/image95.png"/><Relationship Id="rId13" Type="http://schemas.openxmlformats.org/officeDocument/2006/relationships/image" Target="../media/image94.png"/><Relationship Id="rId12" Type="http://schemas.openxmlformats.org/officeDocument/2006/relationships/image" Target="../media/image93.png"/><Relationship Id="rId11" Type="http://schemas.openxmlformats.org/officeDocument/2006/relationships/image" Target="../media/image92.png"/><Relationship Id="rId10" Type="http://schemas.openxmlformats.org/officeDocument/2006/relationships/image" Target="../media/image91.png"/><Relationship Id="rId1" Type="http://schemas.openxmlformats.org/officeDocument/2006/relationships/image" Target="../media/image82.png"/></Relationships>
</file>

<file path=ppt/slides/_rels/slide8.xml.rels><?xml version="1.0" encoding="UTF-8" standalone="yes"?>
<Relationships xmlns="http://schemas.openxmlformats.org/package/2006/relationships"><Relationship Id="rId9" Type="http://schemas.openxmlformats.org/officeDocument/2006/relationships/image" Target="../media/image108.png"/><Relationship Id="rId8" Type="http://schemas.openxmlformats.org/officeDocument/2006/relationships/image" Target="../media/image107.png"/><Relationship Id="rId7" Type="http://schemas.openxmlformats.org/officeDocument/2006/relationships/image" Target="../media/image106.png"/><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 Id="rId3" Type="http://schemas.openxmlformats.org/officeDocument/2006/relationships/image" Target="../media/image102.png"/><Relationship Id="rId24" Type="http://schemas.openxmlformats.org/officeDocument/2006/relationships/notesSlide" Target="../notesSlides/notesSlide8.xml"/><Relationship Id="rId23" Type="http://schemas.openxmlformats.org/officeDocument/2006/relationships/slideLayout" Target="../slideLayouts/slideLayout2.xml"/><Relationship Id="rId22" Type="http://schemas.openxmlformats.org/officeDocument/2006/relationships/tags" Target="../tags/tag143.xml"/><Relationship Id="rId21" Type="http://schemas.openxmlformats.org/officeDocument/2006/relationships/tags" Target="../tags/tag142.xml"/><Relationship Id="rId20" Type="http://schemas.openxmlformats.org/officeDocument/2006/relationships/tags" Target="../tags/tag141.xml"/><Relationship Id="rId2" Type="http://schemas.openxmlformats.org/officeDocument/2006/relationships/image" Target="../media/image101.png"/><Relationship Id="rId19" Type="http://schemas.openxmlformats.org/officeDocument/2006/relationships/tags" Target="../tags/tag140.xml"/><Relationship Id="rId18" Type="http://schemas.openxmlformats.org/officeDocument/2006/relationships/image" Target="../media/image117.png"/><Relationship Id="rId17" Type="http://schemas.openxmlformats.org/officeDocument/2006/relationships/image" Target="../media/image116.png"/><Relationship Id="rId16" Type="http://schemas.openxmlformats.org/officeDocument/2006/relationships/image" Target="../media/image115.png"/><Relationship Id="rId15" Type="http://schemas.openxmlformats.org/officeDocument/2006/relationships/image" Target="../media/image114.png"/><Relationship Id="rId14" Type="http://schemas.openxmlformats.org/officeDocument/2006/relationships/image" Target="../media/image113.png"/><Relationship Id="rId13" Type="http://schemas.openxmlformats.org/officeDocument/2006/relationships/image" Target="../media/image112.png"/><Relationship Id="rId12" Type="http://schemas.openxmlformats.org/officeDocument/2006/relationships/image" Target="../media/image111.png"/><Relationship Id="rId11" Type="http://schemas.openxmlformats.org/officeDocument/2006/relationships/image" Target="../media/image110.png"/><Relationship Id="rId10" Type="http://schemas.openxmlformats.org/officeDocument/2006/relationships/image" Target="../media/image109.png"/><Relationship Id="rId1" Type="http://schemas.openxmlformats.org/officeDocument/2006/relationships/image" Target="../media/image100.png"/></Relationships>
</file>

<file path=ppt/slides/_rels/slide9.xml.rels><?xml version="1.0" encoding="UTF-8" standalone="yes"?>
<Relationships xmlns="http://schemas.openxmlformats.org/package/2006/relationships"><Relationship Id="rId9" Type="http://schemas.openxmlformats.org/officeDocument/2006/relationships/image" Target="../media/image126.png"/><Relationship Id="rId8" Type="http://schemas.openxmlformats.org/officeDocument/2006/relationships/image" Target="../media/image125.png"/><Relationship Id="rId7" Type="http://schemas.openxmlformats.org/officeDocument/2006/relationships/image" Target="../media/image124.png"/><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 Id="rId3" Type="http://schemas.openxmlformats.org/officeDocument/2006/relationships/image" Target="../media/image120.png"/><Relationship Id="rId24" Type="http://schemas.openxmlformats.org/officeDocument/2006/relationships/notesSlide" Target="../notesSlides/notesSlide9.xml"/><Relationship Id="rId23" Type="http://schemas.openxmlformats.org/officeDocument/2006/relationships/slideLayout" Target="../slideLayouts/slideLayout2.xml"/><Relationship Id="rId22" Type="http://schemas.openxmlformats.org/officeDocument/2006/relationships/tags" Target="../tags/tag147.xml"/><Relationship Id="rId21" Type="http://schemas.openxmlformats.org/officeDocument/2006/relationships/tags" Target="../tags/tag146.xml"/><Relationship Id="rId20" Type="http://schemas.openxmlformats.org/officeDocument/2006/relationships/tags" Target="../tags/tag145.xml"/><Relationship Id="rId2" Type="http://schemas.openxmlformats.org/officeDocument/2006/relationships/image" Target="../media/image119.png"/><Relationship Id="rId19" Type="http://schemas.openxmlformats.org/officeDocument/2006/relationships/tags" Target="../tags/tag144.xml"/><Relationship Id="rId18" Type="http://schemas.openxmlformats.org/officeDocument/2006/relationships/image" Target="../media/image135.png"/><Relationship Id="rId17" Type="http://schemas.openxmlformats.org/officeDocument/2006/relationships/image" Target="../media/image134.png"/><Relationship Id="rId16" Type="http://schemas.openxmlformats.org/officeDocument/2006/relationships/image" Target="../media/image133.png"/><Relationship Id="rId15" Type="http://schemas.openxmlformats.org/officeDocument/2006/relationships/image" Target="../media/image132.png"/><Relationship Id="rId14" Type="http://schemas.openxmlformats.org/officeDocument/2006/relationships/image" Target="../media/image131.png"/><Relationship Id="rId13" Type="http://schemas.openxmlformats.org/officeDocument/2006/relationships/image" Target="../media/image130.png"/><Relationship Id="rId12" Type="http://schemas.openxmlformats.org/officeDocument/2006/relationships/image" Target="../media/image129.png"/><Relationship Id="rId11" Type="http://schemas.openxmlformats.org/officeDocument/2006/relationships/image" Target="../media/image128.png"/><Relationship Id="rId10" Type="http://schemas.openxmlformats.org/officeDocument/2006/relationships/image" Target="../media/image127.png"/><Relationship Id="rId1" Type="http://schemas.openxmlformats.org/officeDocument/2006/relationships/image" Target="../media/image1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8" name="立方体 217"/>
          <p:cNvSpPr/>
          <p:nvPr/>
        </p:nvSpPr>
        <p:spPr>
          <a:xfrm>
            <a:off x="6664325" y="898525"/>
            <a:ext cx="257175" cy="506095"/>
          </a:xfrm>
          <a:prstGeom prst="cube">
            <a:avLst>
              <a:gd name="adj" fmla="val 20902"/>
            </a:avLst>
          </a:prstGeom>
          <a:solidFill>
            <a:schemeClr val="accent2">
              <a:lumMod val="40000"/>
              <a:lumOff val="60000"/>
            </a:schemeClr>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182" name="立方体 181"/>
          <p:cNvSpPr/>
          <p:nvPr/>
        </p:nvSpPr>
        <p:spPr>
          <a:xfrm>
            <a:off x="6542405" y="791210"/>
            <a:ext cx="257175" cy="689610"/>
          </a:xfrm>
          <a:prstGeom prst="cube">
            <a:avLst>
              <a:gd name="adj" fmla="val 20902"/>
            </a:avLst>
          </a:prstGeom>
          <a:solidFill>
            <a:srgbClr val="7BAFDD"/>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181" name="立方体 180"/>
          <p:cNvSpPr/>
          <p:nvPr/>
        </p:nvSpPr>
        <p:spPr>
          <a:xfrm>
            <a:off x="6420485" y="1176655"/>
            <a:ext cx="257175" cy="386715"/>
          </a:xfrm>
          <a:prstGeom prst="cube">
            <a:avLst>
              <a:gd name="adj" fmla="val 20902"/>
            </a:avLst>
          </a:prstGeom>
          <a:solidFill>
            <a:srgbClr val="F19659"/>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180" name="立方体 179"/>
          <p:cNvSpPr/>
          <p:nvPr/>
        </p:nvSpPr>
        <p:spPr>
          <a:xfrm>
            <a:off x="6298565" y="1092835"/>
            <a:ext cx="257175" cy="561975"/>
          </a:xfrm>
          <a:prstGeom prst="cube">
            <a:avLst>
              <a:gd name="adj" fmla="val 20902"/>
            </a:avLst>
          </a:prstGeom>
          <a:solidFill>
            <a:schemeClr val="accent4">
              <a:lumMod val="60000"/>
              <a:lumOff val="40000"/>
            </a:schemeClr>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grpSp>
        <p:nvGrpSpPr>
          <p:cNvPr id="55" name="组合 54"/>
          <p:cNvGrpSpPr/>
          <p:nvPr/>
        </p:nvGrpSpPr>
        <p:grpSpPr>
          <a:xfrm rot="0">
            <a:off x="10357485" y="2004060"/>
            <a:ext cx="1848485" cy="1148715"/>
            <a:chOff x="14938" y="247"/>
            <a:chExt cx="4262" cy="2922"/>
          </a:xfrm>
        </p:grpSpPr>
        <p:sp>
          <p:nvSpPr>
            <p:cNvPr id="59" name="文本框 58"/>
            <p:cNvSpPr txBox="1"/>
            <p:nvPr>
              <p:custDataLst>
                <p:tags r:id="rId1"/>
              </p:custDataLst>
            </p:nvPr>
          </p:nvSpPr>
          <p:spPr>
            <a:xfrm>
              <a:off x="18008" y="2605"/>
              <a:ext cx="1192" cy="564"/>
            </a:xfrm>
            <a:prstGeom prst="rect">
              <a:avLst/>
            </a:prstGeom>
            <a:noFill/>
          </p:spPr>
          <p:txBody>
            <a:bodyPr wrap="square" rtlCol="0">
              <a:spAutoFit/>
            </a:bodyPr>
            <a:p>
              <a:r>
                <a:rPr lang="en-US" altLang="zh-CN" sz="1000">
                  <a:latin typeface="Times New Roman" panose="02020603050405020304" pitchFamily="18" charset="0"/>
                  <a:cs typeface="Times New Roman" panose="02020603050405020304" pitchFamily="18" charset="0"/>
                </a:rPr>
                <a:t>Freq.</a:t>
              </a:r>
              <a:endParaRPr lang="en-US" altLang="zh-CN" sz="1000">
                <a:latin typeface="Times New Roman" panose="02020603050405020304" pitchFamily="18" charset="0"/>
                <a:cs typeface="Times New Roman" panose="02020603050405020304" pitchFamily="18" charset="0"/>
              </a:endParaRPr>
            </a:p>
          </p:txBody>
        </p:sp>
        <p:grpSp>
          <p:nvGrpSpPr>
            <p:cNvPr id="53" name="组合 52"/>
            <p:cNvGrpSpPr/>
            <p:nvPr/>
          </p:nvGrpSpPr>
          <p:grpSpPr>
            <a:xfrm>
              <a:off x="14938" y="247"/>
              <a:ext cx="3570" cy="2819"/>
              <a:chOff x="14938" y="247"/>
              <a:chExt cx="3570" cy="2819"/>
            </a:xfrm>
          </p:grpSpPr>
          <p:cxnSp>
            <p:nvCxnSpPr>
              <p:cNvPr id="50" name="直接连接符 49"/>
              <p:cNvCxnSpPr/>
              <p:nvPr>
                <p:custDataLst>
                  <p:tags r:id="rId2"/>
                </p:custDataLst>
              </p:nvPr>
            </p:nvCxnSpPr>
            <p:spPr>
              <a:xfrm flipV="1">
                <a:off x="14965" y="2666"/>
                <a:ext cx="3543" cy="30"/>
              </a:xfrm>
              <a:prstGeom prst="line">
                <a:avLst/>
              </a:prstGeom>
              <a:ln w="1905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54" name="直接连接符 53"/>
              <p:cNvCxnSpPr/>
              <p:nvPr>
                <p:custDataLst>
                  <p:tags r:id="rId3"/>
                </p:custDataLst>
              </p:nvPr>
            </p:nvCxnSpPr>
            <p:spPr>
              <a:xfrm flipH="1" flipV="1">
                <a:off x="14965" y="479"/>
                <a:ext cx="15" cy="2216"/>
              </a:xfrm>
              <a:prstGeom prst="line">
                <a:avLst/>
              </a:prstGeom>
              <a:ln w="19050">
                <a:solidFill>
                  <a:schemeClr val="tx1"/>
                </a:solidFill>
                <a:tailEnd type="triangle"/>
              </a:ln>
            </p:spPr>
            <p:style>
              <a:lnRef idx="2">
                <a:schemeClr val="accent1"/>
              </a:lnRef>
              <a:fillRef idx="0">
                <a:srgbClr val="FFFFFF"/>
              </a:fillRef>
              <a:effectRef idx="0">
                <a:srgbClr val="FFFFFF"/>
              </a:effectRef>
              <a:fontRef idx="minor">
                <a:schemeClr val="tx1"/>
              </a:fontRef>
            </p:style>
          </p:cxnSp>
          <p:sp>
            <p:nvSpPr>
              <p:cNvPr id="60" name="文本框 59"/>
              <p:cNvSpPr txBox="1"/>
              <p:nvPr>
                <p:custDataLst>
                  <p:tags r:id="rId4"/>
                </p:custDataLst>
              </p:nvPr>
            </p:nvSpPr>
            <p:spPr>
              <a:xfrm>
                <a:off x="14938" y="247"/>
                <a:ext cx="1209" cy="564"/>
              </a:xfrm>
              <a:prstGeom prst="rect">
                <a:avLst/>
              </a:prstGeom>
              <a:noFill/>
            </p:spPr>
            <p:txBody>
              <a:bodyPr wrap="square" rtlCol="0">
                <a:spAutoFit/>
              </a:bodyPr>
              <a:p>
                <a:r>
                  <a:rPr lang="en-US" altLang="zh-CN" sz="1000">
                    <a:latin typeface="Times New Roman" panose="02020603050405020304" pitchFamily="18" charset="0"/>
                    <a:cs typeface="Times New Roman" panose="02020603050405020304" pitchFamily="18" charset="0"/>
                  </a:rPr>
                  <a:t>Amp.</a:t>
                </a:r>
                <a:endParaRPr lang="en-US" altLang="zh-CN" sz="1000">
                  <a:latin typeface="Times New Roman" panose="02020603050405020304" pitchFamily="18" charset="0"/>
                  <a:cs typeface="Times New Roman" panose="02020603050405020304" pitchFamily="18" charset="0"/>
                </a:endParaRPr>
              </a:p>
            </p:txBody>
          </p:sp>
          <p:graphicFrame>
            <p:nvGraphicFramePr>
              <p:cNvPr id="62" name="对象 61">
                <a:hlinkClick r:id="" action="ppaction://ole?verb=0"/>
              </p:cNvPr>
              <p:cNvGraphicFramePr>
                <a:graphicFrameLocks noChangeAspect="1"/>
              </p:cNvGraphicFramePr>
              <p:nvPr>
                <p:custDataLst>
                  <p:tags r:id="rId5"/>
                </p:custDataLst>
              </p:nvPr>
            </p:nvGraphicFramePr>
            <p:xfrm>
              <a:off x="15905" y="2531"/>
              <a:ext cx="361" cy="535"/>
            </p:xfrm>
            <a:graphic>
              <a:graphicData uri="http://schemas.openxmlformats.org/presentationml/2006/ole">
                <mc:AlternateContent xmlns:mc="http://schemas.openxmlformats.org/markup-compatibility/2006">
                  <mc:Choice xmlns:v="urn:schemas-microsoft-com:vml" Requires="v">
                    <p:oleObj spid="_x0000_s7" name="" r:id="rId6" imgW="190500" imgH="241300" progId="Equation.DSMT4">
                      <p:embed/>
                    </p:oleObj>
                  </mc:Choice>
                  <mc:Fallback>
                    <p:oleObj name="" r:id="rId6" imgW="190500" imgH="241300" progId="Equation.DSMT4">
                      <p:embed/>
                      <p:pic>
                        <p:nvPicPr>
                          <p:cNvPr id="0" name="图片 1024"/>
                          <p:cNvPicPr/>
                          <p:nvPr/>
                        </p:nvPicPr>
                        <p:blipFill>
                          <a:blip r:embed="rId7"/>
                          <a:stretch>
                            <a:fillRect/>
                          </a:stretch>
                        </p:blipFill>
                        <p:spPr>
                          <a:xfrm>
                            <a:off x="15905" y="2531"/>
                            <a:ext cx="361" cy="535"/>
                          </a:xfrm>
                          <a:prstGeom prst="rect">
                            <a:avLst/>
                          </a:prstGeom>
                        </p:spPr>
                      </p:pic>
                    </p:oleObj>
                  </mc:Fallback>
                </mc:AlternateContent>
              </a:graphicData>
            </a:graphic>
          </p:graphicFrame>
          <p:graphicFrame>
            <p:nvGraphicFramePr>
              <p:cNvPr id="8" name="对象 7">
                <a:hlinkClick r:id="" action="ppaction://ole?verb=0"/>
              </p:cNvPr>
              <p:cNvGraphicFramePr>
                <a:graphicFrameLocks noChangeAspect="1"/>
              </p:cNvGraphicFramePr>
              <p:nvPr>
                <p:custDataLst>
                  <p:tags r:id="rId8"/>
                </p:custDataLst>
              </p:nvPr>
            </p:nvGraphicFramePr>
            <p:xfrm>
              <a:off x="15371" y="2531"/>
              <a:ext cx="335" cy="535"/>
            </p:xfrm>
            <a:graphic>
              <a:graphicData uri="http://schemas.openxmlformats.org/presentationml/2006/ole">
                <mc:AlternateContent xmlns:mc="http://schemas.openxmlformats.org/markup-compatibility/2006">
                  <mc:Choice xmlns:v="urn:schemas-microsoft-com:vml" Requires="v">
                    <p:oleObj spid="_x0000_s9" name="" r:id="rId9" imgW="177165" imgH="241300" progId="Equation.DSMT4">
                      <p:embed/>
                    </p:oleObj>
                  </mc:Choice>
                  <mc:Fallback>
                    <p:oleObj name="" r:id="rId9" imgW="177165" imgH="241300" progId="Equation.DSMT4">
                      <p:embed/>
                      <p:pic>
                        <p:nvPicPr>
                          <p:cNvPr id="0" name="图片 1024"/>
                          <p:cNvPicPr/>
                          <p:nvPr/>
                        </p:nvPicPr>
                        <p:blipFill>
                          <a:blip r:embed="rId10"/>
                          <a:stretch>
                            <a:fillRect/>
                          </a:stretch>
                        </p:blipFill>
                        <p:spPr>
                          <a:xfrm>
                            <a:off x="15371" y="2531"/>
                            <a:ext cx="335" cy="535"/>
                          </a:xfrm>
                          <a:prstGeom prst="rect">
                            <a:avLst/>
                          </a:prstGeom>
                        </p:spPr>
                      </p:pic>
                    </p:oleObj>
                  </mc:Fallback>
                </mc:AlternateContent>
              </a:graphicData>
            </a:graphic>
          </p:graphicFrame>
          <p:graphicFrame>
            <p:nvGraphicFramePr>
              <p:cNvPr id="10" name="对象 9">
                <a:hlinkClick r:id="" action="ppaction://ole?verb=0"/>
              </p:cNvPr>
              <p:cNvGraphicFramePr>
                <a:graphicFrameLocks noChangeAspect="1"/>
              </p:cNvGraphicFramePr>
              <p:nvPr>
                <p:custDataLst>
                  <p:tags r:id="rId11"/>
                </p:custDataLst>
              </p:nvPr>
            </p:nvGraphicFramePr>
            <p:xfrm>
              <a:off x="17668" y="2531"/>
              <a:ext cx="361" cy="535"/>
            </p:xfrm>
            <a:graphic>
              <a:graphicData uri="http://schemas.openxmlformats.org/presentationml/2006/ole">
                <mc:AlternateContent xmlns:mc="http://schemas.openxmlformats.org/markup-compatibility/2006">
                  <mc:Choice xmlns:v="urn:schemas-microsoft-com:vml" Requires="v">
                    <p:oleObj spid="_x0000_s11" name="" r:id="rId12" imgW="190500" imgH="241300" progId="Equation.DSMT4">
                      <p:embed/>
                    </p:oleObj>
                  </mc:Choice>
                  <mc:Fallback>
                    <p:oleObj name="" r:id="rId12" imgW="190500" imgH="241300" progId="Equation.DSMT4">
                      <p:embed/>
                      <p:pic>
                        <p:nvPicPr>
                          <p:cNvPr id="0" name="图片 1024"/>
                          <p:cNvPicPr/>
                          <p:nvPr/>
                        </p:nvPicPr>
                        <p:blipFill>
                          <a:blip r:embed="rId13"/>
                          <a:stretch>
                            <a:fillRect/>
                          </a:stretch>
                        </p:blipFill>
                        <p:spPr>
                          <a:xfrm>
                            <a:off x="17668" y="2531"/>
                            <a:ext cx="361" cy="535"/>
                          </a:xfrm>
                          <a:prstGeom prst="rect">
                            <a:avLst/>
                          </a:prstGeom>
                        </p:spPr>
                      </p:pic>
                    </p:oleObj>
                  </mc:Fallback>
                </mc:AlternateContent>
              </a:graphicData>
            </a:graphic>
          </p:graphicFrame>
          <p:sp>
            <p:nvSpPr>
              <p:cNvPr id="22" name="任意多边形 21"/>
              <p:cNvSpPr/>
              <p:nvPr>
                <p:custDataLst>
                  <p:tags r:id="rId14"/>
                </p:custDataLst>
              </p:nvPr>
            </p:nvSpPr>
            <p:spPr>
              <a:xfrm>
                <a:off x="14957" y="693"/>
                <a:ext cx="3362" cy="1510"/>
              </a:xfrm>
              <a:custGeom>
                <a:avLst/>
                <a:gdLst>
                  <a:gd name="connisteX0" fmla="*/ 0 w 1772285"/>
                  <a:gd name="connsiteY0" fmla="*/ 682032 h 682032"/>
                  <a:gd name="connisteX1" fmla="*/ 64135 w 1772285"/>
                  <a:gd name="connsiteY1" fmla="*/ 662982 h 682032"/>
                  <a:gd name="connisteX2" fmla="*/ 133985 w 1772285"/>
                  <a:gd name="connsiteY2" fmla="*/ 618532 h 682032"/>
                  <a:gd name="connisteX3" fmla="*/ 184785 w 1772285"/>
                  <a:gd name="connsiteY3" fmla="*/ 554397 h 682032"/>
                  <a:gd name="connisteX4" fmla="*/ 236220 w 1772285"/>
                  <a:gd name="connsiteY4" fmla="*/ 484547 h 682032"/>
                  <a:gd name="connisteX5" fmla="*/ 306070 w 1772285"/>
                  <a:gd name="connsiteY5" fmla="*/ 440097 h 682032"/>
                  <a:gd name="connisteX6" fmla="*/ 344170 w 1772285"/>
                  <a:gd name="connsiteY6" fmla="*/ 369612 h 682032"/>
                  <a:gd name="connisteX7" fmla="*/ 376555 w 1772285"/>
                  <a:gd name="connsiteY7" fmla="*/ 299762 h 682032"/>
                  <a:gd name="connisteX8" fmla="*/ 408305 w 1772285"/>
                  <a:gd name="connsiteY8" fmla="*/ 229277 h 682032"/>
                  <a:gd name="connisteX9" fmla="*/ 465455 w 1772285"/>
                  <a:gd name="connsiteY9" fmla="*/ 159427 h 682032"/>
                  <a:gd name="connisteX10" fmla="*/ 484505 w 1772285"/>
                  <a:gd name="connsiteY10" fmla="*/ 57827 h 682032"/>
                  <a:gd name="connisteX11" fmla="*/ 554990 w 1772285"/>
                  <a:gd name="connsiteY11" fmla="*/ 42 h 682032"/>
                  <a:gd name="connisteX12" fmla="*/ 574040 w 1772285"/>
                  <a:gd name="connsiteY12" fmla="*/ 64177 h 682032"/>
                  <a:gd name="connisteX13" fmla="*/ 574040 w 1772285"/>
                  <a:gd name="connsiteY13" fmla="*/ 134027 h 682032"/>
                  <a:gd name="connisteX14" fmla="*/ 599440 w 1772285"/>
                  <a:gd name="connsiteY14" fmla="*/ 203877 h 682032"/>
                  <a:gd name="connisteX15" fmla="*/ 637540 w 1772285"/>
                  <a:gd name="connsiteY15" fmla="*/ 268012 h 682032"/>
                  <a:gd name="connisteX16" fmla="*/ 707390 w 1772285"/>
                  <a:gd name="connsiteY16" fmla="*/ 331512 h 682032"/>
                  <a:gd name="connisteX17" fmla="*/ 771525 w 1772285"/>
                  <a:gd name="connsiteY17" fmla="*/ 382312 h 682032"/>
                  <a:gd name="connisteX18" fmla="*/ 841375 w 1772285"/>
                  <a:gd name="connsiteY18" fmla="*/ 395012 h 682032"/>
                  <a:gd name="connisteX19" fmla="*/ 930910 w 1772285"/>
                  <a:gd name="connsiteY19" fmla="*/ 401362 h 682032"/>
                  <a:gd name="connisteX20" fmla="*/ 1000760 w 1772285"/>
                  <a:gd name="connsiteY20" fmla="*/ 408347 h 682032"/>
                  <a:gd name="connisteX21" fmla="*/ 1064895 w 1772285"/>
                  <a:gd name="connsiteY21" fmla="*/ 395012 h 682032"/>
                  <a:gd name="connisteX22" fmla="*/ 1134745 w 1772285"/>
                  <a:gd name="connsiteY22" fmla="*/ 375962 h 682032"/>
                  <a:gd name="connisteX23" fmla="*/ 1217295 w 1772285"/>
                  <a:gd name="connsiteY23" fmla="*/ 363262 h 682032"/>
                  <a:gd name="connisteX24" fmla="*/ 1281430 w 1772285"/>
                  <a:gd name="connsiteY24" fmla="*/ 382312 h 682032"/>
                  <a:gd name="connisteX25" fmla="*/ 1351280 w 1772285"/>
                  <a:gd name="connsiteY25" fmla="*/ 421047 h 682032"/>
                  <a:gd name="connisteX26" fmla="*/ 1415415 w 1772285"/>
                  <a:gd name="connsiteY26" fmla="*/ 490897 h 682032"/>
                  <a:gd name="connisteX27" fmla="*/ 1485265 w 1772285"/>
                  <a:gd name="connsiteY27" fmla="*/ 554397 h 682032"/>
                  <a:gd name="connisteX28" fmla="*/ 1542415 w 1772285"/>
                  <a:gd name="connsiteY28" fmla="*/ 618532 h 682032"/>
                  <a:gd name="connisteX29" fmla="*/ 1631950 w 1772285"/>
                  <a:gd name="connsiteY29" fmla="*/ 631232 h 682032"/>
                  <a:gd name="connisteX30" fmla="*/ 1708150 w 1772285"/>
                  <a:gd name="connsiteY30" fmla="*/ 637582 h 682032"/>
                  <a:gd name="connisteX31" fmla="*/ 1772285 w 1772285"/>
                  <a:gd name="connsiteY31" fmla="*/ 643932 h 68203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Lst>
                <a:rect l="l" t="t" r="r" b="b"/>
                <a:pathLst>
                  <a:path w="1772285" h="682033">
                    <a:moveTo>
                      <a:pt x="0" y="682033"/>
                    </a:moveTo>
                    <a:cubicBezTo>
                      <a:pt x="11430" y="678858"/>
                      <a:pt x="37465" y="675683"/>
                      <a:pt x="64135" y="662983"/>
                    </a:cubicBezTo>
                    <a:cubicBezTo>
                      <a:pt x="90805" y="650283"/>
                      <a:pt x="109855" y="640123"/>
                      <a:pt x="133985" y="618533"/>
                    </a:cubicBezTo>
                    <a:cubicBezTo>
                      <a:pt x="158115" y="596943"/>
                      <a:pt x="164465" y="581068"/>
                      <a:pt x="184785" y="554398"/>
                    </a:cubicBezTo>
                    <a:cubicBezTo>
                      <a:pt x="205105" y="527728"/>
                      <a:pt x="212090" y="507408"/>
                      <a:pt x="236220" y="484548"/>
                    </a:cubicBezTo>
                    <a:cubicBezTo>
                      <a:pt x="260350" y="461688"/>
                      <a:pt x="284480" y="462958"/>
                      <a:pt x="306070" y="440098"/>
                    </a:cubicBezTo>
                    <a:cubicBezTo>
                      <a:pt x="327660" y="417238"/>
                      <a:pt x="330200" y="397553"/>
                      <a:pt x="344170" y="369613"/>
                    </a:cubicBezTo>
                    <a:cubicBezTo>
                      <a:pt x="358140" y="341673"/>
                      <a:pt x="363855" y="327703"/>
                      <a:pt x="376555" y="299763"/>
                    </a:cubicBezTo>
                    <a:cubicBezTo>
                      <a:pt x="389255" y="271823"/>
                      <a:pt x="390525" y="257218"/>
                      <a:pt x="408305" y="229278"/>
                    </a:cubicBezTo>
                    <a:cubicBezTo>
                      <a:pt x="426085" y="201338"/>
                      <a:pt x="450215" y="193718"/>
                      <a:pt x="465455" y="159428"/>
                    </a:cubicBezTo>
                    <a:cubicBezTo>
                      <a:pt x="480695" y="125138"/>
                      <a:pt x="466725" y="89578"/>
                      <a:pt x="484505" y="57828"/>
                    </a:cubicBezTo>
                    <a:cubicBezTo>
                      <a:pt x="502285" y="26078"/>
                      <a:pt x="537210" y="-1227"/>
                      <a:pt x="554990" y="43"/>
                    </a:cubicBezTo>
                    <a:cubicBezTo>
                      <a:pt x="572770" y="1313"/>
                      <a:pt x="570230" y="37508"/>
                      <a:pt x="574040" y="64178"/>
                    </a:cubicBezTo>
                    <a:cubicBezTo>
                      <a:pt x="577850" y="90848"/>
                      <a:pt x="568960" y="106088"/>
                      <a:pt x="574040" y="134028"/>
                    </a:cubicBezTo>
                    <a:cubicBezTo>
                      <a:pt x="579120" y="161968"/>
                      <a:pt x="586740" y="177208"/>
                      <a:pt x="599440" y="203878"/>
                    </a:cubicBezTo>
                    <a:cubicBezTo>
                      <a:pt x="612140" y="230548"/>
                      <a:pt x="615950" y="242613"/>
                      <a:pt x="637540" y="268013"/>
                    </a:cubicBezTo>
                    <a:cubicBezTo>
                      <a:pt x="659130" y="293413"/>
                      <a:pt x="680720" y="308653"/>
                      <a:pt x="707390" y="331513"/>
                    </a:cubicBezTo>
                    <a:cubicBezTo>
                      <a:pt x="734060" y="354373"/>
                      <a:pt x="744855" y="369613"/>
                      <a:pt x="771525" y="382313"/>
                    </a:cubicBezTo>
                    <a:cubicBezTo>
                      <a:pt x="798195" y="395013"/>
                      <a:pt x="809625" y="391203"/>
                      <a:pt x="841375" y="395013"/>
                    </a:cubicBezTo>
                    <a:cubicBezTo>
                      <a:pt x="873125" y="398823"/>
                      <a:pt x="899160" y="398823"/>
                      <a:pt x="930910" y="401363"/>
                    </a:cubicBezTo>
                    <a:cubicBezTo>
                      <a:pt x="962660" y="403903"/>
                      <a:pt x="974090" y="409618"/>
                      <a:pt x="1000760" y="408348"/>
                    </a:cubicBezTo>
                    <a:cubicBezTo>
                      <a:pt x="1027430" y="407078"/>
                      <a:pt x="1038225" y="401363"/>
                      <a:pt x="1064895" y="395013"/>
                    </a:cubicBezTo>
                    <a:cubicBezTo>
                      <a:pt x="1091565" y="388663"/>
                      <a:pt x="1104265" y="382313"/>
                      <a:pt x="1134745" y="375963"/>
                    </a:cubicBezTo>
                    <a:cubicBezTo>
                      <a:pt x="1165225" y="369613"/>
                      <a:pt x="1188085" y="361993"/>
                      <a:pt x="1217295" y="363263"/>
                    </a:cubicBezTo>
                    <a:cubicBezTo>
                      <a:pt x="1246505" y="364533"/>
                      <a:pt x="1254760" y="370883"/>
                      <a:pt x="1281430" y="382313"/>
                    </a:cubicBezTo>
                    <a:cubicBezTo>
                      <a:pt x="1308100" y="393743"/>
                      <a:pt x="1324610" y="399458"/>
                      <a:pt x="1351280" y="421048"/>
                    </a:cubicBezTo>
                    <a:cubicBezTo>
                      <a:pt x="1377950" y="442638"/>
                      <a:pt x="1388745" y="464228"/>
                      <a:pt x="1415415" y="490898"/>
                    </a:cubicBezTo>
                    <a:cubicBezTo>
                      <a:pt x="1442085" y="517568"/>
                      <a:pt x="1459865" y="528998"/>
                      <a:pt x="1485265" y="554398"/>
                    </a:cubicBezTo>
                    <a:cubicBezTo>
                      <a:pt x="1510665" y="579798"/>
                      <a:pt x="1513205" y="603293"/>
                      <a:pt x="1542415" y="618533"/>
                    </a:cubicBezTo>
                    <a:cubicBezTo>
                      <a:pt x="1571625" y="633773"/>
                      <a:pt x="1598930" y="627423"/>
                      <a:pt x="1631950" y="631233"/>
                    </a:cubicBezTo>
                    <a:cubicBezTo>
                      <a:pt x="1664970" y="635043"/>
                      <a:pt x="1680210" y="635043"/>
                      <a:pt x="1708150" y="637583"/>
                    </a:cubicBezTo>
                    <a:cubicBezTo>
                      <a:pt x="1736090" y="640123"/>
                      <a:pt x="1760855" y="642663"/>
                      <a:pt x="1772285" y="643933"/>
                    </a:cubicBezTo>
                  </a:path>
                </a:pathLst>
              </a:cu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任意多边形 25"/>
              <p:cNvSpPr/>
              <p:nvPr>
                <p:custDataLst>
                  <p:tags r:id="rId15"/>
                </p:custDataLst>
              </p:nvPr>
            </p:nvSpPr>
            <p:spPr>
              <a:xfrm>
                <a:off x="14969" y="814"/>
                <a:ext cx="3537" cy="1222"/>
              </a:xfrm>
              <a:custGeom>
                <a:avLst/>
                <a:gdLst>
                  <a:gd name="connisteX0" fmla="*/ 0 w 2020570"/>
                  <a:gd name="connsiteY0" fmla="*/ 85665 h 551685"/>
                  <a:gd name="connisteX1" fmla="*/ 89535 w 2020570"/>
                  <a:gd name="connsiteY1" fmla="*/ 53915 h 551685"/>
                  <a:gd name="connisteX2" fmla="*/ 159385 w 2020570"/>
                  <a:gd name="connsiteY2" fmla="*/ 15815 h 551685"/>
                  <a:gd name="connisteX3" fmla="*/ 229870 w 2020570"/>
                  <a:gd name="connsiteY3" fmla="*/ 9465 h 551685"/>
                  <a:gd name="connisteX4" fmla="*/ 299720 w 2020570"/>
                  <a:gd name="connsiteY4" fmla="*/ 3115 h 551685"/>
                  <a:gd name="connisteX5" fmla="*/ 370205 w 2020570"/>
                  <a:gd name="connsiteY5" fmla="*/ 53915 h 551685"/>
                  <a:gd name="connisteX6" fmla="*/ 414655 w 2020570"/>
                  <a:gd name="connsiteY6" fmla="*/ 123765 h 551685"/>
                  <a:gd name="connisteX7" fmla="*/ 459105 w 2020570"/>
                  <a:gd name="connsiteY7" fmla="*/ 187900 h 551685"/>
                  <a:gd name="connisteX8" fmla="*/ 503555 w 2020570"/>
                  <a:gd name="connsiteY8" fmla="*/ 257750 h 551685"/>
                  <a:gd name="connisteX9" fmla="*/ 542290 w 2020570"/>
                  <a:gd name="connsiteY9" fmla="*/ 327600 h 551685"/>
                  <a:gd name="connisteX10" fmla="*/ 580390 w 2020570"/>
                  <a:gd name="connsiteY10" fmla="*/ 391735 h 551685"/>
                  <a:gd name="connisteX11" fmla="*/ 650240 w 2020570"/>
                  <a:gd name="connsiteY11" fmla="*/ 442535 h 551685"/>
                  <a:gd name="connisteX12" fmla="*/ 752475 w 2020570"/>
                  <a:gd name="connsiteY12" fmla="*/ 493335 h 551685"/>
                  <a:gd name="connisteX13" fmla="*/ 847725 w 2020570"/>
                  <a:gd name="connsiteY13" fmla="*/ 538420 h 551685"/>
                  <a:gd name="connisteX14" fmla="*/ 911860 w 2020570"/>
                  <a:gd name="connsiteY14" fmla="*/ 544770 h 551685"/>
                  <a:gd name="connisteX15" fmla="*/ 988060 w 2020570"/>
                  <a:gd name="connsiteY15" fmla="*/ 551120 h 551685"/>
                  <a:gd name="connisteX16" fmla="*/ 1052195 w 2020570"/>
                  <a:gd name="connsiteY16" fmla="*/ 551120 h 551685"/>
                  <a:gd name="connisteX17" fmla="*/ 1147445 w 2020570"/>
                  <a:gd name="connsiteY17" fmla="*/ 551120 h 551685"/>
                  <a:gd name="connisteX18" fmla="*/ 1236980 w 2020570"/>
                  <a:gd name="connsiteY18" fmla="*/ 551120 h 551685"/>
                  <a:gd name="connisteX19" fmla="*/ 1306830 w 2020570"/>
                  <a:gd name="connsiteY19" fmla="*/ 551120 h 551685"/>
                  <a:gd name="connisteX20" fmla="*/ 1383030 w 2020570"/>
                  <a:gd name="connsiteY20" fmla="*/ 544770 h 551685"/>
                  <a:gd name="connisteX21" fmla="*/ 1447165 w 2020570"/>
                  <a:gd name="connsiteY21" fmla="*/ 525720 h 551685"/>
                  <a:gd name="connisteX22" fmla="*/ 1536065 w 2020570"/>
                  <a:gd name="connsiteY22" fmla="*/ 493335 h 551685"/>
                  <a:gd name="connisteX23" fmla="*/ 1600200 w 2020570"/>
                  <a:gd name="connsiteY23" fmla="*/ 474285 h 551685"/>
                  <a:gd name="connisteX24" fmla="*/ 1676400 w 2020570"/>
                  <a:gd name="connsiteY24" fmla="*/ 461585 h 551685"/>
                  <a:gd name="connisteX25" fmla="*/ 1746250 w 2020570"/>
                  <a:gd name="connsiteY25" fmla="*/ 448885 h 551685"/>
                  <a:gd name="connisteX26" fmla="*/ 1816735 w 2020570"/>
                  <a:gd name="connsiteY26" fmla="*/ 442535 h 551685"/>
                  <a:gd name="connisteX27" fmla="*/ 1886585 w 2020570"/>
                  <a:gd name="connsiteY27" fmla="*/ 410785 h 551685"/>
                  <a:gd name="connisteX28" fmla="*/ 1950720 w 2020570"/>
                  <a:gd name="connsiteY28" fmla="*/ 385385 h 551685"/>
                  <a:gd name="connisteX29" fmla="*/ 2020570 w 2020570"/>
                  <a:gd name="connsiteY29" fmla="*/ 340300 h 55168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Lst>
                <a:rect l="l" t="t" r="r" b="b"/>
                <a:pathLst>
                  <a:path w="2020570" h="551685">
                    <a:moveTo>
                      <a:pt x="0" y="85666"/>
                    </a:moveTo>
                    <a:cubicBezTo>
                      <a:pt x="16510" y="79951"/>
                      <a:pt x="57785" y="67886"/>
                      <a:pt x="89535" y="53916"/>
                    </a:cubicBezTo>
                    <a:cubicBezTo>
                      <a:pt x="121285" y="39946"/>
                      <a:pt x="131445" y="24706"/>
                      <a:pt x="159385" y="15816"/>
                    </a:cubicBezTo>
                    <a:cubicBezTo>
                      <a:pt x="187325" y="6926"/>
                      <a:pt x="201930" y="12006"/>
                      <a:pt x="229870" y="9466"/>
                    </a:cubicBezTo>
                    <a:cubicBezTo>
                      <a:pt x="257810" y="6926"/>
                      <a:pt x="271780" y="-5774"/>
                      <a:pt x="299720" y="3116"/>
                    </a:cubicBezTo>
                    <a:cubicBezTo>
                      <a:pt x="327660" y="12006"/>
                      <a:pt x="347345" y="29786"/>
                      <a:pt x="370205" y="53916"/>
                    </a:cubicBezTo>
                    <a:cubicBezTo>
                      <a:pt x="393065" y="78046"/>
                      <a:pt x="396875" y="97096"/>
                      <a:pt x="414655" y="123766"/>
                    </a:cubicBezTo>
                    <a:cubicBezTo>
                      <a:pt x="432435" y="150436"/>
                      <a:pt x="441325" y="161231"/>
                      <a:pt x="459105" y="187901"/>
                    </a:cubicBezTo>
                    <a:cubicBezTo>
                      <a:pt x="476885" y="214571"/>
                      <a:pt x="487045" y="229811"/>
                      <a:pt x="503555" y="257751"/>
                    </a:cubicBezTo>
                    <a:cubicBezTo>
                      <a:pt x="520065" y="285691"/>
                      <a:pt x="527050" y="300931"/>
                      <a:pt x="542290" y="327601"/>
                    </a:cubicBezTo>
                    <a:cubicBezTo>
                      <a:pt x="557530" y="354271"/>
                      <a:pt x="558800" y="368876"/>
                      <a:pt x="580390" y="391736"/>
                    </a:cubicBezTo>
                    <a:cubicBezTo>
                      <a:pt x="601980" y="414596"/>
                      <a:pt x="615950" y="422216"/>
                      <a:pt x="650240" y="442536"/>
                    </a:cubicBezTo>
                    <a:cubicBezTo>
                      <a:pt x="684530" y="462856"/>
                      <a:pt x="713105" y="474286"/>
                      <a:pt x="752475" y="493336"/>
                    </a:cubicBezTo>
                    <a:cubicBezTo>
                      <a:pt x="791845" y="512386"/>
                      <a:pt x="815975" y="528261"/>
                      <a:pt x="847725" y="538421"/>
                    </a:cubicBezTo>
                    <a:cubicBezTo>
                      <a:pt x="879475" y="548581"/>
                      <a:pt x="883920" y="542231"/>
                      <a:pt x="911860" y="544771"/>
                    </a:cubicBezTo>
                    <a:cubicBezTo>
                      <a:pt x="939800" y="547311"/>
                      <a:pt x="960120" y="549851"/>
                      <a:pt x="988060" y="551121"/>
                    </a:cubicBezTo>
                    <a:cubicBezTo>
                      <a:pt x="1016000" y="552391"/>
                      <a:pt x="1020445" y="551121"/>
                      <a:pt x="1052195" y="551121"/>
                    </a:cubicBezTo>
                    <a:cubicBezTo>
                      <a:pt x="1083945" y="551121"/>
                      <a:pt x="1110615" y="551121"/>
                      <a:pt x="1147445" y="551121"/>
                    </a:cubicBezTo>
                    <a:cubicBezTo>
                      <a:pt x="1184275" y="551121"/>
                      <a:pt x="1205230" y="551121"/>
                      <a:pt x="1236980" y="551121"/>
                    </a:cubicBezTo>
                    <a:cubicBezTo>
                      <a:pt x="1268730" y="551121"/>
                      <a:pt x="1277620" y="552391"/>
                      <a:pt x="1306830" y="551121"/>
                    </a:cubicBezTo>
                    <a:cubicBezTo>
                      <a:pt x="1336040" y="549851"/>
                      <a:pt x="1355090" y="549851"/>
                      <a:pt x="1383030" y="544771"/>
                    </a:cubicBezTo>
                    <a:cubicBezTo>
                      <a:pt x="1410970" y="539691"/>
                      <a:pt x="1416685" y="535881"/>
                      <a:pt x="1447165" y="525721"/>
                    </a:cubicBezTo>
                    <a:cubicBezTo>
                      <a:pt x="1477645" y="515561"/>
                      <a:pt x="1505585" y="503496"/>
                      <a:pt x="1536065" y="493336"/>
                    </a:cubicBezTo>
                    <a:cubicBezTo>
                      <a:pt x="1566545" y="483176"/>
                      <a:pt x="1572260" y="480636"/>
                      <a:pt x="1600200" y="474286"/>
                    </a:cubicBezTo>
                    <a:cubicBezTo>
                      <a:pt x="1628140" y="467936"/>
                      <a:pt x="1647190" y="466666"/>
                      <a:pt x="1676400" y="461586"/>
                    </a:cubicBezTo>
                    <a:cubicBezTo>
                      <a:pt x="1705610" y="456506"/>
                      <a:pt x="1718310" y="452696"/>
                      <a:pt x="1746250" y="448886"/>
                    </a:cubicBezTo>
                    <a:cubicBezTo>
                      <a:pt x="1774190" y="445076"/>
                      <a:pt x="1788795" y="450156"/>
                      <a:pt x="1816735" y="442536"/>
                    </a:cubicBezTo>
                    <a:cubicBezTo>
                      <a:pt x="1844675" y="434916"/>
                      <a:pt x="1859915" y="422216"/>
                      <a:pt x="1886585" y="410786"/>
                    </a:cubicBezTo>
                    <a:cubicBezTo>
                      <a:pt x="1913255" y="399356"/>
                      <a:pt x="1924050" y="399356"/>
                      <a:pt x="1950720" y="385386"/>
                    </a:cubicBezTo>
                    <a:cubicBezTo>
                      <a:pt x="1977390" y="371416"/>
                      <a:pt x="2007870" y="348556"/>
                      <a:pt x="2020570" y="340301"/>
                    </a:cubicBezTo>
                  </a:path>
                </a:pathLst>
              </a:custGeom>
              <a:no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5" name="任意多边形 84"/>
              <p:cNvSpPr/>
              <p:nvPr>
                <p:custDataLst>
                  <p:tags r:id="rId16"/>
                </p:custDataLst>
              </p:nvPr>
            </p:nvSpPr>
            <p:spPr>
              <a:xfrm>
                <a:off x="15019" y="806"/>
                <a:ext cx="3325" cy="1157"/>
              </a:xfrm>
              <a:custGeom>
                <a:avLst/>
                <a:gdLst>
                  <a:gd name="connisteX0" fmla="*/ 0 w 1752600"/>
                  <a:gd name="connsiteY0" fmla="*/ 509905 h 522605"/>
                  <a:gd name="connisteX1" fmla="*/ 95250 w 1752600"/>
                  <a:gd name="connsiteY1" fmla="*/ 509905 h 522605"/>
                  <a:gd name="connisteX2" fmla="*/ 159385 w 1752600"/>
                  <a:gd name="connsiteY2" fmla="*/ 516255 h 522605"/>
                  <a:gd name="connisteX3" fmla="*/ 229235 w 1752600"/>
                  <a:gd name="connsiteY3" fmla="*/ 516255 h 522605"/>
                  <a:gd name="connisteX4" fmla="*/ 305435 w 1752600"/>
                  <a:gd name="connsiteY4" fmla="*/ 516255 h 522605"/>
                  <a:gd name="connisteX5" fmla="*/ 388620 w 1752600"/>
                  <a:gd name="connsiteY5" fmla="*/ 522605 h 522605"/>
                  <a:gd name="connisteX6" fmla="*/ 471170 w 1752600"/>
                  <a:gd name="connsiteY6" fmla="*/ 516255 h 522605"/>
                  <a:gd name="connisteX7" fmla="*/ 535305 w 1752600"/>
                  <a:gd name="connsiteY7" fmla="*/ 516255 h 522605"/>
                  <a:gd name="connisteX8" fmla="*/ 611505 w 1752600"/>
                  <a:gd name="connsiteY8" fmla="*/ 490855 h 522605"/>
                  <a:gd name="connisteX9" fmla="*/ 713740 w 1752600"/>
                  <a:gd name="connsiteY9" fmla="*/ 465455 h 522605"/>
                  <a:gd name="connisteX10" fmla="*/ 828040 w 1752600"/>
                  <a:gd name="connsiteY10" fmla="*/ 433705 h 522605"/>
                  <a:gd name="connisteX11" fmla="*/ 911225 w 1752600"/>
                  <a:gd name="connsiteY11" fmla="*/ 408305 h 522605"/>
                  <a:gd name="connisteX12" fmla="*/ 987425 w 1752600"/>
                  <a:gd name="connsiteY12" fmla="*/ 376555 h 522605"/>
                  <a:gd name="connisteX13" fmla="*/ 1051560 w 1752600"/>
                  <a:gd name="connsiteY13" fmla="*/ 350520 h 522605"/>
                  <a:gd name="connisteX14" fmla="*/ 1121410 w 1752600"/>
                  <a:gd name="connsiteY14" fmla="*/ 287020 h 522605"/>
                  <a:gd name="connisteX15" fmla="*/ 1134110 w 1752600"/>
                  <a:gd name="connsiteY15" fmla="*/ 217170 h 522605"/>
                  <a:gd name="connisteX16" fmla="*/ 1204595 w 1752600"/>
                  <a:gd name="connsiteY16" fmla="*/ 153035 h 522605"/>
                  <a:gd name="connisteX17" fmla="*/ 1280795 w 1752600"/>
                  <a:gd name="connsiteY17" fmla="*/ 127635 h 522605"/>
                  <a:gd name="connisteX18" fmla="*/ 1350645 w 1752600"/>
                  <a:gd name="connsiteY18" fmla="*/ 102235 h 522605"/>
                  <a:gd name="connisteX19" fmla="*/ 1414780 w 1752600"/>
                  <a:gd name="connsiteY19" fmla="*/ 89535 h 522605"/>
                  <a:gd name="connisteX20" fmla="*/ 1484630 w 1752600"/>
                  <a:gd name="connsiteY20" fmla="*/ 64135 h 522605"/>
                  <a:gd name="connisteX21" fmla="*/ 1548765 w 1752600"/>
                  <a:gd name="connsiteY21" fmla="*/ 51435 h 522605"/>
                  <a:gd name="connisteX22" fmla="*/ 1618615 w 1752600"/>
                  <a:gd name="connsiteY22" fmla="*/ 32385 h 522605"/>
                  <a:gd name="connisteX23" fmla="*/ 1688465 w 1752600"/>
                  <a:gd name="connsiteY23" fmla="*/ 13335 h 522605"/>
                  <a:gd name="connisteX24" fmla="*/ 1752600 w 1752600"/>
                  <a:gd name="connsiteY24" fmla="*/ 0 h 52260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Lst>
                <a:rect l="l" t="t" r="r" b="b"/>
                <a:pathLst>
                  <a:path w="1752600" h="522605">
                    <a:moveTo>
                      <a:pt x="0" y="509905"/>
                    </a:moveTo>
                    <a:cubicBezTo>
                      <a:pt x="17780" y="509905"/>
                      <a:pt x="63500" y="508635"/>
                      <a:pt x="95250" y="509905"/>
                    </a:cubicBezTo>
                    <a:cubicBezTo>
                      <a:pt x="127000" y="511175"/>
                      <a:pt x="132715" y="514985"/>
                      <a:pt x="159385" y="516255"/>
                    </a:cubicBezTo>
                    <a:cubicBezTo>
                      <a:pt x="186055" y="517525"/>
                      <a:pt x="200025" y="516255"/>
                      <a:pt x="229235" y="516255"/>
                    </a:cubicBezTo>
                    <a:cubicBezTo>
                      <a:pt x="258445" y="516255"/>
                      <a:pt x="273685" y="514985"/>
                      <a:pt x="305435" y="516255"/>
                    </a:cubicBezTo>
                    <a:cubicBezTo>
                      <a:pt x="337185" y="517525"/>
                      <a:pt x="355600" y="522605"/>
                      <a:pt x="388620" y="522605"/>
                    </a:cubicBezTo>
                    <a:cubicBezTo>
                      <a:pt x="421640" y="522605"/>
                      <a:pt x="441960" y="517525"/>
                      <a:pt x="471170" y="516255"/>
                    </a:cubicBezTo>
                    <a:cubicBezTo>
                      <a:pt x="500380" y="514985"/>
                      <a:pt x="507365" y="521335"/>
                      <a:pt x="535305" y="516255"/>
                    </a:cubicBezTo>
                    <a:cubicBezTo>
                      <a:pt x="563245" y="511175"/>
                      <a:pt x="575945" y="501015"/>
                      <a:pt x="611505" y="490855"/>
                    </a:cubicBezTo>
                    <a:cubicBezTo>
                      <a:pt x="647065" y="480695"/>
                      <a:pt x="670560" y="476885"/>
                      <a:pt x="713740" y="465455"/>
                    </a:cubicBezTo>
                    <a:cubicBezTo>
                      <a:pt x="756920" y="454025"/>
                      <a:pt x="788670" y="445135"/>
                      <a:pt x="828040" y="433705"/>
                    </a:cubicBezTo>
                    <a:cubicBezTo>
                      <a:pt x="867410" y="422275"/>
                      <a:pt x="879475" y="419735"/>
                      <a:pt x="911225" y="408305"/>
                    </a:cubicBezTo>
                    <a:cubicBezTo>
                      <a:pt x="942975" y="396875"/>
                      <a:pt x="959485" y="387985"/>
                      <a:pt x="987425" y="376555"/>
                    </a:cubicBezTo>
                    <a:cubicBezTo>
                      <a:pt x="1015365" y="365125"/>
                      <a:pt x="1024890" y="368300"/>
                      <a:pt x="1051560" y="350520"/>
                    </a:cubicBezTo>
                    <a:cubicBezTo>
                      <a:pt x="1078230" y="332740"/>
                      <a:pt x="1104900" y="313690"/>
                      <a:pt x="1121410" y="287020"/>
                    </a:cubicBezTo>
                    <a:cubicBezTo>
                      <a:pt x="1137920" y="260350"/>
                      <a:pt x="1117600" y="243840"/>
                      <a:pt x="1134110" y="217170"/>
                    </a:cubicBezTo>
                    <a:cubicBezTo>
                      <a:pt x="1150620" y="190500"/>
                      <a:pt x="1175385" y="170815"/>
                      <a:pt x="1204595" y="153035"/>
                    </a:cubicBezTo>
                    <a:cubicBezTo>
                      <a:pt x="1233805" y="135255"/>
                      <a:pt x="1251585" y="137795"/>
                      <a:pt x="1280795" y="127635"/>
                    </a:cubicBezTo>
                    <a:cubicBezTo>
                      <a:pt x="1310005" y="117475"/>
                      <a:pt x="1323975" y="109855"/>
                      <a:pt x="1350645" y="102235"/>
                    </a:cubicBezTo>
                    <a:cubicBezTo>
                      <a:pt x="1377315" y="94615"/>
                      <a:pt x="1388110" y="97155"/>
                      <a:pt x="1414780" y="89535"/>
                    </a:cubicBezTo>
                    <a:cubicBezTo>
                      <a:pt x="1441450" y="81915"/>
                      <a:pt x="1457960" y="71755"/>
                      <a:pt x="1484630" y="64135"/>
                    </a:cubicBezTo>
                    <a:cubicBezTo>
                      <a:pt x="1511300" y="56515"/>
                      <a:pt x="1522095" y="57785"/>
                      <a:pt x="1548765" y="51435"/>
                    </a:cubicBezTo>
                    <a:cubicBezTo>
                      <a:pt x="1575435" y="45085"/>
                      <a:pt x="1590675" y="40005"/>
                      <a:pt x="1618615" y="32385"/>
                    </a:cubicBezTo>
                    <a:cubicBezTo>
                      <a:pt x="1646555" y="24765"/>
                      <a:pt x="1661795" y="19685"/>
                      <a:pt x="1688465" y="13335"/>
                    </a:cubicBezTo>
                    <a:cubicBezTo>
                      <a:pt x="1715135" y="6985"/>
                      <a:pt x="1741170" y="2540"/>
                      <a:pt x="1752600" y="0"/>
                    </a:cubicBezTo>
                  </a:path>
                </a:pathLst>
              </a:custGeom>
              <a:noFill/>
              <a:ln>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92" name="直接连接符 91"/>
              <p:cNvCxnSpPr/>
              <p:nvPr>
                <p:custDataLst>
                  <p:tags r:id="rId17"/>
                </p:custDataLst>
              </p:nvPr>
            </p:nvCxnSpPr>
            <p:spPr>
              <a:xfrm>
                <a:off x="15466" y="989"/>
                <a:ext cx="28" cy="1677"/>
              </a:xfrm>
              <a:prstGeom prst="line">
                <a:avLst/>
              </a:prstGeom>
              <a:ln>
                <a:solidFill>
                  <a:schemeClr val="bg1">
                    <a:lumMod val="75000"/>
                  </a:schemeClr>
                </a:solidFill>
                <a:prstDash val="dash"/>
              </a:ln>
            </p:spPr>
            <p:style>
              <a:lnRef idx="2">
                <a:schemeClr val="accent1"/>
              </a:lnRef>
              <a:fillRef idx="0">
                <a:srgbClr val="FFFFFF"/>
              </a:fillRef>
              <a:effectRef idx="0">
                <a:srgbClr val="FFFFFF"/>
              </a:effectRef>
              <a:fontRef idx="minor">
                <a:schemeClr val="tx1"/>
              </a:fontRef>
            </p:style>
          </p:cxnSp>
          <p:cxnSp>
            <p:nvCxnSpPr>
              <p:cNvPr id="93" name="直接连接符 92"/>
              <p:cNvCxnSpPr/>
              <p:nvPr>
                <p:custDataLst>
                  <p:tags r:id="rId18"/>
                </p:custDataLst>
              </p:nvPr>
            </p:nvCxnSpPr>
            <p:spPr>
              <a:xfrm>
                <a:off x="15985" y="814"/>
                <a:ext cx="13" cy="1828"/>
              </a:xfrm>
              <a:prstGeom prst="line">
                <a:avLst/>
              </a:prstGeom>
              <a:ln>
                <a:solidFill>
                  <a:schemeClr val="bg1">
                    <a:lumMod val="75000"/>
                  </a:schemeClr>
                </a:solidFill>
                <a:prstDash val="dash"/>
              </a:ln>
            </p:spPr>
            <p:style>
              <a:lnRef idx="2">
                <a:schemeClr val="accent1"/>
              </a:lnRef>
              <a:fillRef idx="0">
                <a:srgbClr val="FFFFFF"/>
              </a:fillRef>
              <a:effectRef idx="0">
                <a:srgbClr val="FFFFFF"/>
              </a:effectRef>
              <a:fontRef idx="minor">
                <a:schemeClr val="tx1"/>
              </a:fontRef>
            </p:style>
          </p:cxnSp>
          <p:cxnSp>
            <p:nvCxnSpPr>
              <p:cNvPr id="94" name="直接连接符 93"/>
              <p:cNvCxnSpPr>
                <a:stCxn id="85" idx="20"/>
              </p:cNvCxnSpPr>
              <p:nvPr>
                <p:custDataLst>
                  <p:tags r:id="rId19"/>
                </p:custDataLst>
              </p:nvPr>
            </p:nvCxnSpPr>
            <p:spPr>
              <a:xfrm>
                <a:off x="17836" y="948"/>
                <a:ext cx="0" cy="1791"/>
              </a:xfrm>
              <a:prstGeom prst="line">
                <a:avLst/>
              </a:prstGeom>
              <a:ln>
                <a:solidFill>
                  <a:schemeClr val="bg1">
                    <a:lumMod val="75000"/>
                  </a:schemeClr>
                </a:solidFill>
                <a:prstDash val="dash"/>
              </a:ln>
            </p:spPr>
            <p:style>
              <a:lnRef idx="2">
                <a:schemeClr val="accent1"/>
              </a:lnRef>
              <a:fillRef idx="0">
                <a:srgbClr val="FFFFFF"/>
              </a:fillRef>
              <a:effectRef idx="0">
                <a:srgbClr val="FFFFFF"/>
              </a:effectRef>
              <a:fontRef idx="minor">
                <a:schemeClr val="tx1"/>
              </a:fontRef>
            </p:style>
          </p:cxnSp>
        </p:grpSp>
      </p:grpSp>
      <p:sp>
        <p:nvSpPr>
          <p:cNvPr id="29" name="文本框 28"/>
          <p:cNvSpPr txBox="1"/>
          <p:nvPr>
            <p:custDataLst>
              <p:tags r:id="rId20"/>
            </p:custDataLst>
          </p:nvPr>
        </p:nvSpPr>
        <p:spPr>
          <a:xfrm>
            <a:off x="3611245" y="516890"/>
            <a:ext cx="1278255" cy="337185"/>
          </a:xfrm>
          <a:prstGeom prst="rect">
            <a:avLst/>
          </a:prstGeom>
          <a:noFill/>
        </p:spPr>
        <p:txBody>
          <a:bodyPr wrap="square" rtlCol="0">
            <a:spAutoFit/>
          </a:bodyPr>
          <a:p>
            <a:pPr algn="ctr"/>
            <a:r>
              <a:rPr lang="en-US" altLang="zh-CN" sz="1600" b="1">
                <a:latin typeface="Times New Roman" panose="02020603050405020304" pitchFamily="18" charset="0"/>
                <a:cs typeface="Times New Roman" panose="02020603050405020304" pitchFamily="18" charset="0"/>
              </a:rPr>
              <a:t>T</a:t>
            </a:r>
            <a:r>
              <a:rPr lang="en-US" altLang="zh-CN" sz="1600" b="1">
                <a:latin typeface="Times New Roman" panose="02020603050405020304" pitchFamily="18" charset="0"/>
                <a:cs typeface="Times New Roman" panose="02020603050405020304" pitchFamily="18" charset="0"/>
              </a:rPr>
              <a:t>eacher</a:t>
            </a:r>
            <a:endParaRPr lang="en-US" altLang="zh-CN" sz="1600" b="1">
              <a:latin typeface="Times New Roman" panose="02020603050405020304" pitchFamily="18" charset="0"/>
              <a:cs typeface="Times New Roman" panose="02020603050405020304" pitchFamily="18" charset="0"/>
            </a:endParaRPr>
          </a:p>
        </p:txBody>
      </p:sp>
      <p:sp>
        <p:nvSpPr>
          <p:cNvPr id="33" name="文本框 32"/>
          <p:cNvSpPr txBox="1"/>
          <p:nvPr>
            <p:custDataLst>
              <p:tags r:id="rId21"/>
            </p:custDataLst>
          </p:nvPr>
        </p:nvSpPr>
        <p:spPr>
          <a:xfrm>
            <a:off x="8984615" y="516890"/>
            <a:ext cx="1278255" cy="337185"/>
          </a:xfrm>
          <a:prstGeom prst="rect">
            <a:avLst/>
          </a:prstGeom>
          <a:noFill/>
        </p:spPr>
        <p:txBody>
          <a:bodyPr wrap="square" rtlCol="0">
            <a:spAutoFit/>
          </a:bodyPr>
          <a:p>
            <a:pPr algn="ctr"/>
            <a:r>
              <a:rPr lang="en-US" altLang="zh-CN" sz="1600" b="1">
                <a:latin typeface="Times New Roman" panose="02020603050405020304" pitchFamily="18" charset="0"/>
                <a:cs typeface="Times New Roman" panose="02020603050405020304" pitchFamily="18" charset="0"/>
              </a:rPr>
              <a:t>S</a:t>
            </a:r>
            <a:r>
              <a:rPr lang="en-US" altLang="zh-CN" sz="1600" b="1">
                <a:latin typeface="Times New Roman" panose="02020603050405020304" pitchFamily="18" charset="0"/>
                <a:cs typeface="Times New Roman" panose="02020603050405020304" pitchFamily="18" charset="0"/>
              </a:rPr>
              <a:t>tudent</a:t>
            </a:r>
            <a:endParaRPr lang="en-US" altLang="zh-CN" sz="1600" b="1">
              <a:latin typeface="Times New Roman" panose="02020603050405020304" pitchFamily="18" charset="0"/>
              <a:cs typeface="Times New Roman" panose="02020603050405020304" pitchFamily="18" charset="0"/>
            </a:endParaRPr>
          </a:p>
        </p:txBody>
      </p:sp>
      <p:grpSp>
        <p:nvGrpSpPr>
          <p:cNvPr id="52" name="组合 51"/>
          <p:cNvGrpSpPr/>
          <p:nvPr/>
        </p:nvGrpSpPr>
        <p:grpSpPr>
          <a:xfrm rot="0">
            <a:off x="10345420" y="3056890"/>
            <a:ext cx="1945005" cy="1321435"/>
            <a:chOff x="14839" y="6648"/>
            <a:chExt cx="4316" cy="2860"/>
          </a:xfrm>
        </p:grpSpPr>
        <p:sp>
          <p:nvSpPr>
            <p:cNvPr id="221" name="文本框 220"/>
            <p:cNvSpPr txBox="1"/>
            <p:nvPr>
              <p:custDataLst>
                <p:tags r:id="rId22"/>
              </p:custDataLst>
            </p:nvPr>
          </p:nvSpPr>
          <p:spPr>
            <a:xfrm>
              <a:off x="17963" y="8969"/>
              <a:ext cx="1192" cy="539"/>
            </a:xfrm>
            <a:prstGeom prst="rect">
              <a:avLst/>
            </a:prstGeom>
            <a:noFill/>
          </p:spPr>
          <p:txBody>
            <a:bodyPr wrap="square" rtlCol="0">
              <a:spAutoFit/>
            </a:bodyPr>
            <a:p>
              <a:r>
                <a:rPr lang="en-US" altLang="zh-CN" sz="1000">
                  <a:latin typeface="Times New Roman" panose="02020603050405020304" pitchFamily="18" charset="0"/>
                  <a:cs typeface="Times New Roman" panose="02020603050405020304" pitchFamily="18" charset="0"/>
                </a:rPr>
                <a:t>Freq.</a:t>
              </a:r>
              <a:endParaRPr lang="en-US" altLang="zh-CN" sz="1000">
                <a:latin typeface="Times New Roman" panose="02020603050405020304" pitchFamily="18" charset="0"/>
                <a:cs typeface="Times New Roman" panose="02020603050405020304" pitchFamily="18" charset="0"/>
              </a:endParaRPr>
            </a:p>
          </p:txBody>
        </p:sp>
        <p:grpSp>
          <p:nvGrpSpPr>
            <p:cNvPr id="32" name="组合 31"/>
            <p:cNvGrpSpPr/>
            <p:nvPr/>
          </p:nvGrpSpPr>
          <p:grpSpPr>
            <a:xfrm>
              <a:off x="14839" y="6648"/>
              <a:ext cx="3624" cy="2812"/>
              <a:chOff x="14839" y="6648"/>
              <a:chExt cx="3624" cy="2812"/>
            </a:xfrm>
          </p:grpSpPr>
          <p:cxnSp>
            <p:nvCxnSpPr>
              <p:cNvPr id="219" name="直接连接符 218"/>
              <p:cNvCxnSpPr/>
              <p:nvPr>
                <p:custDataLst>
                  <p:tags r:id="rId23"/>
                </p:custDataLst>
              </p:nvPr>
            </p:nvCxnSpPr>
            <p:spPr>
              <a:xfrm flipV="1">
                <a:off x="14920" y="9030"/>
                <a:ext cx="3543" cy="30"/>
              </a:xfrm>
              <a:prstGeom prst="line">
                <a:avLst/>
              </a:prstGeom>
              <a:ln w="1905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220" name="直接连接符 219"/>
              <p:cNvCxnSpPr/>
              <p:nvPr>
                <p:custDataLst>
                  <p:tags r:id="rId24"/>
                </p:custDataLst>
              </p:nvPr>
            </p:nvCxnSpPr>
            <p:spPr>
              <a:xfrm flipH="1" flipV="1">
                <a:off x="14920" y="6843"/>
                <a:ext cx="15" cy="2216"/>
              </a:xfrm>
              <a:prstGeom prst="line">
                <a:avLst/>
              </a:prstGeom>
              <a:ln w="19050">
                <a:solidFill>
                  <a:schemeClr val="tx1"/>
                </a:solidFill>
                <a:tailEnd type="triangle"/>
              </a:ln>
            </p:spPr>
            <p:style>
              <a:lnRef idx="2">
                <a:schemeClr val="accent1"/>
              </a:lnRef>
              <a:fillRef idx="0">
                <a:srgbClr val="FFFFFF"/>
              </a:fillRef>
              <a:effectRef idx="0">
                <a:srgbClr val="FFFFFF"/>
              </a:effectRef>
              <a:fontRef idx="minor">
                <a:schemeClr val="tx1"/>
              </a:fontRef>
            </p:style>
          </p:cxnSp>
          <p:sp>
            <p:nvSpPr>
              <p:cNvPr id="222" name="文本框 221"/>
              <p:cNvSpPr txBox="1"/>
              <p:nvPr>
                <p:custDataLst>
                  <p:tags r:id="rId25"/>
                </p:custDataLst>
              </p:nvPr>
            </p:nvSpPr>
            <p:spPr>
              <a:xfrm>
                <a:off x="14839" y="6648"/>
                <a:ext cx="1108" cy="539"/>
              </a:xfrm>
              <a:prstGeom prst="rect">
                <a:avLst/>
              </a:prstGeom>
              <a:noFill/>
            </p:spPr>
            <p:txBody>
              <a:bodyPr wrap="square" rtlCol="0">
                <a:spAutoFit/>
              </a:bodyPr>
              <a:p>
                <a:r>
                  <a:rPr lang="en-US" altLang="zh-CN" sz="1000">
                    <a:latin typeface="Times New Roman" panose="02020603050405020304" pitchFamily="18" charset="0"/>
                    <a:cs typeface="Times New Roman" panose="02020603050405020304" pitchFamily="18" charset="0"/>
                  </a:rPr>
                  <a:t>Amp.</a:t>
                </a:r>
                <a:endParaRPr lang="en-US" altLang="zh-CN" sz="1000">
                  <a:latin typeface="Times New Roman" panose="02020603050405020304" pitchFamily="18" charset="0"/>
                  <a:cs typeface="Times New Roman" panose="02020603050405020304" pitchFamily="18" charset="0"/>
                </a:endParaRPr>
              </a:p>
            </p:txBody>
          </p:sp>
          <p:graphicFrame>
            <p:nvGraphicFramePr>
              <p:cNvPr id="223" name="对象 222">
                <a:hlinkClick r:id="" action="ppaction://ole?verb=0"/>
              </p:cNvPr>
              <p:cNvGraphicFramePr>
                <a:graphicFrameLocks noChangeAspect="1"/>
              </p:cNvGraphicFramePr>
              <p:nvPr>
                <p:custDataLst>
                  <p:tags r:id="rId26"/>
                </p:custDataLst>
              </p:nvPr>
            </p:nvGraphicFramePr>
            <p:xfrm>
              <a:off x="15861" y="8925"/>
              <a:ext cx="361" cy="535"/>
            </p:xfrm>
            <a:graphic>
              <a:graphicData uri="http://schemas.openxmlformats.org/presentationml/2006/ole">
                <mc:AlternateContent xmlns:mc="http://schemas.openxmlformats.org/markup-compatibility/2006">
                  <mc:Choice xmlns:v="urn:schemas-microsoft-com:vml" Requires="v">
                    <p:oleObj spid="_x0000_s224" name="" r:id="rId27" imgW="190500" imgH="241300" progId="Equation.DSMT4">
                      <p:embed/>
                    </p:oleObj>
                  </mc:Choice>
                  <mc:Fallback>
                    <p:oleObj name="" r:id="rId27" imgW="190500" imgH="241300" progId="Equation.DSMT4">
                      <p:embed/>
                      <p:pic>
                        <p:nvPicPr>
                          <p:cNvPr id="0" name="图片 1024"/>
                          <p:cNvPicPr/>
                          <p:nvPr/>
                        </p:nvPicPr>
                        <p:blipFill>
                          <a:blip r:embed="rId7"/>
                          <a:stretch>
                            <a:fillRect/>
                          </a:stretch>
                        </p:blipFill>
                        <p:spPr>
                          <a:xfrm>
                            <a:off x="15861" y="8925"/>
                            <a:ext cx="361" cy="535"/>
                          </a:xfrm>
                          <a:prstGeom prst="rect">
                            <a:avLst/>
                          </a:prstGeom>
                        </p:spPr>
                      </p:pic>
                    </p:oleObj>
                  </mc:Fallback>
                </mc:AlternateContent>
              </a:graphicData>
            </a:graphic>
          </p:graphicFrame>
          <p:graphicFrame>
            <p:nvGraphicFramePr>
              <p:cNvPr id="225" name="对象 224">
                <a:hlinkClick r:id="" action="ppaction://ole?verb=0"/>
              </p:cNvPr>
              <p:cNvGraphicFramePr>
                <a:graphicFrameLocks noChangeAspect="1"/>
              </p:cNvGraphicFramePr>
              <p:nvPr>
                <p:custDataLst>
                  <p:tags r:id="rId28"/>
                </p:custDataLst>
              </p:nvPr>
            </p:nvGraphicFramePr>
            <p:xfrm>
              <a:off x="15327" y="8925"/>
              <a:ext cx="335" cy="535"/>
            </p:xfrm>
            <a:graphic>
              <a:graphicData uri="http://schemas.openxmlformats.org/presentationml/2006/ole">
                <mc:AlternateContent xmlns:mc="http://schemas.openxmlformats.org/markup-compatibility/2006">
                  <mc:Choice xmlns:v="urn:schemas-microsoft-com:vml" Requires="v">
                    <p:oleObj spid="_x0000_s226" name="" r:id="rId29" imgW="177165" imgH="241300" progId="Equation.DSMT4">
                      <p:embed/>
                    </p:oleObj>
                  </mc:Choice>
                  <mc:Fallback>
                    <p:oleObj name="" r:id="rId29" imgW="177165" imgH="241300" progId="Equation.DSMT4">
                      <p:embed/>
                      <p:pic>
                        <p:nvPicPr>
                          <p:cNvPr id="0" name="图片 1024"/>
                          <p:cNvPicPr/>
                          <p:nvPr/>
                        </p:nvPicPr>
                        <p:blipFill>
                          <a:blip r:embed="rId10"/>
                          <a:stretch>
                            <a:fillRect/>
                          </a:stretch>
                        </p:blipFill>
                        <p:spPr>
                          <a:xfrm>
                            <a:off x="15327" y="8925"/>
                            <a:ext cx="335" cy="535"/>
                          </a:xfrm>
                          <a:prstGeom prst="rect">
                            <a:avLst/>
                          </a:prstGeom>
                        </p:spPr>
                      </p:pic>
                    </p:oleObj>
                  </mc:Fallback>
                </mc:AlternateContent>
              </a:graphicData>
            </a:graphic>
          </p:graphicFrame>
          <p:graphicFrame>
            <p:nvGraphicFramePr>
              <p:cNvPr id="227" name="对象 226">
                <a:hlinkClick r:id="" action="ppaction://ole?verb=0"/>
              </p:cNvPr>
              <p:cNvGraphicFramePr>
                <a:graphicFrameLocks noChangeAspect="1"/>
              </p:cNvGraphicFramePr>
              <p:nvPr>
                <p:custDataLst>
                  <p:tags r:id="rId30"/>
                </p:custDataLst>
              </p:nvPr>
            </p:nvGraphicFramePr>
            <p:xfrm>
              <a:off x="17483" y="8925"/>
              <a:ext cx="361" cy="535"/>
            </p:xfrm>
            <a:graphic>
              <a:graphicData uri="http://schemas.openxmlformats.org/presentationml/2006/ole">
                <mc:AlternateContent xmlns:mc="http://schemas.openxmlformats.org/markup-compatibility/2006">
                  <mc:Choice xmlns:v="urn:schemas-microsoft-com:vml" Requires="v">
                    <p:oleObj spid="_x0000_s228" name="" r:id="rId31" imgW="190500" imgH="241300" progId="Equation.DSMT4">
                      <p:embed/>
                    </p:oleObj>
                  </mc:Choice>
                  <mc:Fallback>
                    <p:oleObj name="" r:id="rId31" imgW="190500" imgH="241300" progId="Equation.DSMT4">
                      <p:embed/>
                      <p:pic>
                        <p:nvPicPr>
                          <p:cNvPr id="0" name="图片 1024"/>
                          <p:cNvPicPr/>
                          <p:nvPr/>
                        </p:nvPicPr>
                        <p:blipFill>
                          <a:blip r:embed="rId13"/>
                          <a:stretch>
                            <a:fillRect/>
                          </a:stretch>
                        </p:blipFill>
                        <p:spPr>
                          <a:xfrm>
                            <a:off x="17483" y="8925"/>
                            <a:ext cx="361" cy="535"/>
                          </a:xfrm>
                          <a:prstGeom prst="rect">
                            <a:avLst/>
                          </a:prstGeom>
                        </p:spPr>
                      </p:pic>
                    </p:oleObj>
                  </mc:Fallback>
                </mc:AlternateContent>
              </a:graphicData>
            </a:graphic>
          </p:graphicFrame>
          <p:sp>
            <p:nvSpPr>
              <p:cNvPr id="229" name="任意多边形 228"/>
              <p:cNvSpPr/>
              <p:nvPr>
                <p:custDataLst>
                  <p:tags r:id="rId32"/>
                </p:custDataLst>
              </p:nvPr>
            </p:nvSpPr>
            <p:spPr>
              <a:xfrm>
                <a:off x="14913" y="7056"/>
                <a:ext cx="3362" cy="1510"/>
              </a:xfrm>
              <a:custGeom>
                <a:avLst/>
                <a:gdLst>
                  <a:gd name="connisteX0" fmla="*/ 0 w 1772285"/>
                  <a:gd name="connsiteY0" fmla="*/ 682032 h 682032"/>
                  <a:gd name="connisteX1" fmla="*/ 64135 w 1772285"/>
                  <a:gd name="connsiteY1" fmla="*/ 662982 h 682032"/>
                  <a:gd name="connisteX2" fmla="*/ 133985 w 1772285"/>
                  <a:gd name="connsiteY2" fmla="*/ 618532 h 682032"/>
                  <a:gd name="connisteX3" fmla="*/ 184785 w 1772285"/>
                  <a:gd name="connsiteY3" fmla="*/ 554397 h 682032"/>
                  <a:gd name="connisteX4" fmla="*/ 236220 w 1772285"/>
                  <a:gd name="connsiteY4" fmla="*/ 484547 h 682032"/>
                  <a:gd name="connisteX5" fmla="*/ 306070 w 1772285"/>
                  <a:gd name="connsiteY5" fmla="*/ 440097 h 682032"/>
                  <a:gd name="connisteX6" fmla="*/ 344170 w 1772285"/>
                  <a:gd name="connsiteY6" fmla="*/ 369612 h 682032"/>
                  <a:gd name="connisteX7" fmla="*/ 376555 w 1772285"/>
                  <a:gd name="connsiteY7" fmla="*/ 299762 h 682032"/>
                  <a:gd name="connisteX8" fmla="*/ 408305 w 1772285"/>
                  <a:gd name="connsiteY8" fmla="*/ 229277 h 682032"/>
                  <a:gd name="connisteX9" fmla="*/ 465455 w 1772285"/>
                  <a:gd name="connsiteY9" fmla="*/ 159427 h 682032"/>
                  <a:gd name="connisteX10" fmla="*/ 484505 w 1772285"/>
                  <a:gd name="connsiteY10" fmla="*/ 57827 h 682032"/>
                  <a:gd name="connisteX11" fmla="*/ 554990 w 1772285"/>
                  <a:gd name="connsiteY11" fmla="*/ 42 h 682032"/>
                  <a:gd name="connisteX12" fmla="*/ 574040 w 1772285"/>
                  <a:gd name="connsiteY12" fmla="*/ 64177 h 682032"/>
                  <a:gd name="connisteX13" fmla="*/ 574040 w 1772285"/>
                  <a:gd name="connsiteY13" fmla="*/ 134027 h 682032"/>
                  <a:gd name="connisteX14" fmla="*/ 599440 w 1772285"/>
                  <a:gd name="connsiteY14" fmla="*/ 203877 h 682032"/>
                  <a:gd name="connisteX15" fmla="*/ 637540 w 1772285"/>
                  <a:gd name="connsiteY15" fmla="*/ 268012 h 682032"/>
                  <a:gd name="connisteX16" fmla="*/ 707390 w 1772285"/>
                  <a:gd name="connsiteY16" fmla="*/ 331512 h 682032"/>
                  <a:gd name="connisteX17" fmla="*/ 771525 w 1772285"/>
                  <a:gd name="connsiteY17" fmla="*/ 382312 h 682032"/>
                  <a:gd name="connisteX18" fmla="*/ 841375 w 1772285"/>
                  <a:gd name="connsiteY18" fmla="*/ 395012 h 682032"/>
                  <a:gd name="connisteX19" fmla="*/ 930910 w 1772285"/>
                  <a:gd name="connsiteY19" fmla="*/ 401362 h 682032"/>
                  <a:gd name="connisteX20" fmla="*/ 1000760 w 1772285"/>
                  <a:gd name="connsiteY20" fmla="*/ 408347 h 682032"/>
                  <a:gd name="connisteX21" fmla="*/ 1064895 w 1772285"/>
                  <a:gd name="connsiteY21" fmla="*/ 395012 h 682032"/>
                  <a:gd name="connisteX22" fmla="*/ 1134745 w 1772285"/>
                  <a:gd name="connsiteY22" fmla="*/ 375962 h 682032"/>
                  <a:gd name="connisteX23" fmla="*/ 1217295 w 1772285"/>
                  <a:gd name="connsiteY23" fmla="*/ 363262 h 682032"/>
                  <a:gd name="connisteX24" fmla="*/ 1281430 w 1772285"/>
                  <a:gd name="connsiteY24" fmla="*/ 382312 h 682032"/>
                  <a:gd name="connisteX25" fmla="*/ 1351280 w 1772285"/>
                  <a:gd name="connsiteY25" fmla="*/ 421047 h 682032"/>
                  <a:gd name="connisteX26" fmla="*/ 1415415 w 1772285"/>
                  <a:gd name="connsiteY26" fmla="*/ 490897 h 682032"/>
                  <a:gd name="connisteX27" fmla="*/ 1485265 w 1772285"/>
                  <a:gd name="connsiteY27" fmla="*/ 554397 h 682032"/>
                  <a:gd name="connisteX28" fmla="*/ 1542415 w 1772285"/>
                  <a:gd name="connsiteY28" fmla="*/ 618532 h 682032"/>
                  <a:gd name="connisteX29" fmla="*/ 1631950 w 1772285"/>
                  <a:gd name="connsiteY29" fmla="*/ 631232 h 682032"/>
                  <a:gd name="connisteX30" fmla="*/ 1708150 w 1772285"/>
                  <a:gd name="connsiteY30" fmla="*/ 637582 h 682032"/>
                  <a:gd name="connisteX31" fmla="*/ 1772285 w 1772285"/>
                  <a:gd name="connsiteY31" fmla="*/ 643932 h 68203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Lst>
                <a:rect l="l" t="t" r="r" b="b"/>
                <a:pathLst>
                  <a:path w="1772285" h="682033">
                    <a:moveTo>
                      <a:pt x="0" y="682033"/>
                    </a:moveTo>
                    <a:cubicBezTo>
                      <a:pt x="11430" y="678858"/>
                      <a:pt x="37465" y="675683"/>
                      <a:pt x="64135" y="662983"/>
                    </a:cubicBezTo>
                    <a:cubicBezTo>
                      <a:pt x="90805" y="650283"/>
                      <a:pt x="109855" y="640123"/>
                      <a:pt x="133985" y="618533"/>
                    </a:cubicBezTo>
                    <a:cubicBezTo>
                      <a:pt x="158115" y="596943"/>
                      <a:pt x="164465" y="581068"/>
                      <a:pt x="184785" y="554398"/>
                    </a:cubicBezTo>
                    <a:cubicBezTo>
                      <a:pt x="205105" y="527728"/>
                      <a:pt x="212090" y="507408"/>
                      <a:pt x="236220" y="484548"/>
                    </a:cubicBezTo>
                    <a:cubicBezTo>
                      <a:pt x="260350" y="461688"/>
                      <a:pt x="284480" y="462958"/>
                      <a:pt x="306070" y="440098"/>
                    </a:cubicBezTo>
                    <a:cubicBezTo>
                      <a:pt x="327660" y="417238"/>
                      <a:pt x="330200" y="397553"/>
                      <a:pt x="344170" y="369613"/>
                    </a:cubicBezTo>
                    <a:cubicBezTo>
                      <a:pt x="358140" y="341673"/>
                      <a:pt x="363855" y="327703"/>
                      <a:pt x="376555" y="299763"/>
                    </a:cubicBezTo>
                    <a:cubicBezTo>
                      <a:pt x="389255" y="271823"/>
                      <a:pt x="390525" y="257218"/>
                      <a:pt x="408305" y="229278"/>
                    </a:cubicBezTo>
                    <a:cubicBezTo>
                      <a:pt x="426085" y="201338"/>
                      <a:pt x="450215" y="193718"/>
                      <a:pt x="465455" y="159428"/>
                    </a:cubicBezTo>
                    <a:cubicBezTo>
                      <a:pt x="480695" y="125138"/>
                      <a:pt x="466725" y="89578"/>
                      <a:pt x="484505" y="57828"/>
                    </a:cubicBezTo>
                    <a:cubicBezTo>
                      <a:pt x="502285" y="26078"/>
                      <a:pt x="537210" y="-1227"/>
                      <a:pt x="554990" y="43"/>
                    </a:cubicBezTo>
                    <a:cubicBezTo>
                      <a:pt x="572770" y="1313"/>
                      <a:pt x="570230" y="37508"/>
                      <a:pt x="574040" y="64178"/>
                    </a:cubicBezTo>
                    <a:cubicBezTo>
                      <a:pt x="577850" y="90848"/>
                      <a:pt x="568960" y="106088"/>
                      <a:pt x="574040" y="134028"/>
                    </a:cubicBezTo>
                    <a:cubicBezTo>
                      <a:pt x="579120" y="161968"/>
                      <a:pt x="586740" y="177208"/>
                      <a:pt x="599440" y="203878"/>
                    </a:cubicBezTo>
                    <a:cubicBezTo>
                      <a:pt x="612140" y="230548"/>
                      <a:pt x="615950" y="242613"/>
                      <a:pt x="637540" y="268013"/>
                    </a:cubicBezTo>
                    <a:cubicBezTo>
                      <a:pt x="659130" y="293413"/>
                      <a:pt x="680720" y="308653"/>
                      <a:pt x="707390" y="331513"/>
                    </a:cubicBezTo>
                    <a:cubicBezTo>
                      <a:pt x="734060" y="354373"/>
                      <a:pt x="744855" y="369613"/>
                      <a:pt x="771525" y="382313"/>
                    </a:cubicBezTo>
                    <a:cubicBezTo>
                      <a:pt x="798195" y="395013"/>
                      <a:pt x="809625" y="391203"/>
                      <a:pt x="841375" y="395013"/>
                    </a:cubicBezTo>
                    <a:cubicBezTo>
                      <a:pt x="873125" y="398823"/>
                      <a:pt x="899160" y="398823"/>
                      <a:pt x="930910" y="401363"/>
                    </a:cubicBezTo>
                    <a:cubicBezTo>
                      <a:pt x="962660" y="403903"/>
                      <a:pt x="974090" y="409618"/>
                      <a:pt x="1000760" y="408348"/>
                    </a:cubicBezTo>
                    <a:cubicBezTo>
                      <a:pt x="1027430" y="407078"/>
                      <a:pt x="1038225" y="401363"/>
                      <a:pt x="1064895" y="395013"/>
                    </a:cubicBezTo>
                    <a:cubicBezTo>
                      <a:pt x="1091565" y="388663"/>
                      <a:pt x="1104265" y="382313"/>
                      <a:pt x="1134745" y="375963"/>
                    </a:cubicBezTo>
                    <a:cubicBezTo>
                      <a:pt x="1165225" y="369613"/>
                      <a:pt x="1188085" y="361993"/>
                      <a:pt x="1217295" y="363263"/>
                    </a:cubicBezTo>
                    <a:cubicBezTo>
                      <a:pt x="1246505" y="364533"/>
                      <a:pt x="1254760" y="370883"/>
                      <a:pt x="1281430" y="382313"/>
                    </a:cubicBezTo>
                    <a:cubicBezTo>
                      <a:pt x="1308100" y="393743"/>
                      <a:pt x="1324610" y="399458"/>
                      <a:pt x="1351280" y="421048"/>
                    </a:cubicBezTo>
                    <a:cubicBezTo>
                      <a:pt x="1377950" y="442638"/>
                      <a:pt x="1388745" y="464228"/>
                      <a:pt x="1415415" y="490898"/>
                    </a:cubicBezTo>
                    <a:cubicBezTo>
                      <a:pt x="1442085" y="517568"/>
                      <a:pt x="1459865" y="528998"/>
                      <a:pt x="1485265" y="554398"/>
                    </a:cubicBezTo>
                    <a:cubicBezTo>
                      <a:pt x="1510665" y="579798"/>
                      <a:pt x="1513205" y="603293"/>
                      <a:pt x="1542415" y="618533"/>
                    </a:cubicBezTo>
                    <a:cubicBezTo>
                      <a:pt x="1571625" y="633773"/>
                      <a:pt x="1598930" y="627423"/>
                      <a:pt x="1631950" y="631233"/>
                    </a:cubicBezTo>
                    <a:cubicBezTo>
                      <a:pt x="1664970" y="635043"/>
                      <a:pt x="1680210" y="635043"/>
                      <a:pt x="1708150" y="637583"/>
                    </a:cubicBezTo>
                    <a:cubicBezTo>
                      <a:pt x="1736090" y="640123"/>
                      <a:pt x="1760855" y="642663"/>
                      <a:pt x="1772285" y="643933"/>
                    </a:cubicBezTo>
                  </a:path>
                </a:pathLst>
              </a:cu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0" name="任意多边形 229"/>
              <p:cNvSpPr/>
              <p:nvPr>
                <p:custDataLst>
                  <p:tags r:id="rId33"/>
                </p:custDataLst>
              </p:nvPr>
            </p:nvSpPr>
            <p:spPr>
              <a:xfrm>
                <a:off x="14925" y="7178"/>
                <a:ext cx="3537" cy="1222"/>
              </a:xfrm>
              <a:custGeom>
                <a:avLst/>
                <a:gdLst>
                  <a:gd name="connisteX0" fmla="*/ 0 w 2020570"/>
                  <a:gd name="connsiteY0" fmla="*/ 85665 h 551685"/>
                  <a:gd name="connisteX1" fmla="*/ 89535 w 2020570"/>
                  <a:gd name="connsiteY1" fmla="*/ 53915 h 551685"/>
                  <a:gd name="connisteX2" fmla="*/ 159385 w 2020570"/>
                  <a:gd name="connsiteY2" fmla="*/ 15815 h 551685"/>
                  <a:gd name="connisteX3" fmla="*/ 229870 w 2020570"/>
                  <a:gd name="connsiteY3" fmla="*/ 9465 h 551685"/>
                  <a:gd name="connisteX4" fmla="*/ 299720 w 2020570"/>
                  <a:gd name="connsiteY4" fmla="*/ 3115 h 551685"/>
                  <a:gd name="connisteX5" fmla="*/ 370205 w 2020570"/>
                  <a:gd name="connsiteY5" fmla="*/ 53915 h 551685"/>
                  <a:gd name="connisteX6" fmla="*/ 414655 w 2020570"/>
                  <a:gd name="connsiteY6" fmla="*/ 123765 h 551685"/>
                  <a:gd name="connisteX7" fmla="*/ 459105 w 2020570"/>
                  <a:gd name="connsiteY7" fmla="*/ 187900 h 551685"/>
                  <a:gd name="connisteX8" fmla="*/ 503555 w 2020570"/>
                  <a:gd name="connsiteY8" fmla="*/ 257750 h 551685"/>
                  <a:gd name="connisteX9" fmla="*/ 542290 w 2020570"/>
                  <a:gd name="connsiteY9" fmla="*/ 327600 h 551685"/>
                  <a:gd name="connisteX10" fmla="*/ 580390 w 2020570"/>
                  <a:gd name="connsiteY10" fmla="*/ 391735 h 551685"/>
                  <a:gd name="connisteX11" fmla="*/ 650240 w 2020570"/>
                  <a:gd name="connsiteY11" fmla="*/ 442535 h 551685"/>
                  <a:gd name="connisteX12" fmla="*/ 752475 w 2020570"/>
                  <a:gd name="connsiteY12" fmla="*/ 493335 h 551685"/>
                  <a:gd name="connisteX13" fmla="*/ 847725 w 2020570"/>
                  <a:gd name="connsiteY13" fmla="*/ 538420 h 551685"/>
                  <a:gd name="connisteX14" fmla="*/ 911860 w 2020570"/>
                  <a:gd name="connsiteY14" fmla="*/ 544770 h 551685"/>
                  <a:gd name="connisteX15" fmla="*/ 988060 w 2020570"/>
                  <a:gd name="connsiteY15" fmla="*/ 551120 h 551685"/>
                  <a:gd name="connisteX16" fmla="*/ 1052195 w 2020570"/>
                  <a:gd name="connsiteY16" fmla="*/ 551120 h 551685"/>
                  <a:gd name="connisteX17" fmla="*/ 1147445 w 2020570"/>
                  <a:gd name="connsiteY17" fmla="*/ 551120 h 551685"/>
                  <a:gd name="connisteX18" fmla="*/ 1236980 w 2020570"/>
                  <a:gd name="connsiteY18" fmla="*/ 551120 h 551685"/>
                  <a:gd name="connisteX19" fmla="*/ 1306830 w 2020570"/>
                  <a:gd name="connsiteY19" fmla="*/ 551120 h 551685"/>
                  <a:gd name="connisteX20" fmla="*/ 1383030 w 2020570"/>
                  <a:gd name="connsiteY20" fmla="*/ 544770 h 551685"/>
                  <a:gd name="connisteX21" fmla="*/ 1447165 w 2020570"/>
                  <a:gd name="connsiteY21" fmla="*/ 525720 h 551685"/>
                  <a:gd name="connisteX22" fmla="*/ 1536065 w 2020570"/>
                  <a:gd name="connsiteY22" fmla="*/ 493335 h 551685"/>
                  <a:gd name="connisteX23" fmla="*/ 1600200 w 2020570"/>
                  <a:gd name="connsiteY23" fmla="*/ 474285 h 551685"/>
                  <a:gd name="connisteX24" fmla="*/ 1676400 w 2020570"/>
                  <a:gd name="connsiteY24" fmla="*/ 461585 h 551685"/>
                  <a:gd name="connisteX25" fmla="*/ 1746250 w 2020570"/>
                  <a:gd name="connsiteY25" fmla="*/ 448885 h 551685"/>
                  <a:gd name="connisteX26" fmla="*/ 1816735 w 2020570"/>
                  <a:gd name="connsiteY26" fmla="*/ 442535 h 551685"/>
                  <a:gd name="connisteX27" fmla="*/ 1886585 w 2020570"/>
                  <a:gd name="connsiteY27" fmla="*/ 410785 h 551685"/>
                  <a:gd name="connisteX28" fmla="*/ 1950720 w 2020570"/>
                  <a:gd name="connsiteY28" fmla="*/ 385385 h 551685"/>
                  <a:gd name="connisteX29" fmla="*/ 2020570 w 2020570"/>
                  <a:gd name="connsiteY29" fmla="*/ 340300 h 55168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Lst>
                <a:rect l="l" t="t" r="r" b="b"/>
                <a:pathLst>
                  <a:path w="2020570" h="551685">
                    <a:moveTo>
                      <a:pt x="0" y="85666"/>
                    </a:moveTo>
                    <a:cubicBezTo>
                      <a:pt x="16510" y="79951"/>
                      <a:pt x="57785" y="67886"/>
                      <a:pt x="89535" y="53916"/>
                    </a:cubicBezTo>
                    <a:cubicBezTo>
                      <a:pt x="121285" y="39946"/>
                      <a:pt x="131445" y="24706"/>
                      <a:pt x="159385" y="15816"/>
                    </a:cubicBezTo>
                    <a:cubicBezTo>
                      <a:pt x="187325" y="6926"/>
                      <a:pt x="201930" y="12006"/>
                      <a:pt x="229870" y="9466"/>
                    </a:cubicBezTo>
                    <a:cubicBezTo>
                      <a:pt x="257810" y="6926"/>
                      <a:pt x="271780" y="-5774"/>
                      <a:pt x="299720" y="3116"/>
                    </a:cubicBezTo>
                    <a:cubicBezTo>
                      <a:pt x="327660" y="12006"/>
                      <a:pt x="347345" y="29786"/>
                      <a:pt x="370205" y="53916"/>
                    </a:cubicBezTo>
                    <a:cubicBezTo>
                      <a:pt x="393065" y="78046"/>
                      <a:pt x="396875" y="97096"/>
                      <a:pt x="414655" y="123766"/>
                    </a:cubicBezTo>
                    <a:cubicBezTo>
                      <a:pt x="432435" y="150436"/>
                      <a:pt x="441325" y="161231"/>
                      <a:pt x="459105" y="187901"/>
                    </a:cubicBezTo>
                    <a:cubicBezTo>
                      <a:pt x="476885" y="214571"/>
                      <a:pt x="487045" y="229811"/>
                      <a:pt x="503555" y="257751"/>
                    </a:cubicBezTo>
                    <a:cubicBezTo>
                      <a:pt x="520065" y="285691"/>
                      <a:pt x="527050" y="300931"/>
                      <a:pt x="542290" y="327601"/>
                    </a:cubicBezTo>
                    <a:cubicBezTo>
                      <a:pt x="557530" y="354271"/>
                      <a:pt x="558800" y="368876"/>
                      <a:pt x="580390" y="391736"/>
                    </a:cubicBezTo>
                    <a:cubicBezTo>
                      <a:pt x="601980" y="414596"/>
                      <a:pt x="615950" y="422216"/>
                      <a:pt x="650240" y="442536"/>
                    </a:cubicBezTo>
                    <a:cubicBezTo>
                      <a:pt x="684530" y="462856"/>
                      <a:pt x="713105" y="474286"/>
                      <a:pt x="752475" y="493336"/>
                    </a:cubicBezTo>
                    <a:cubicBezTo>
                      <a:pt x="791845" y="512386"/>
                      <a:pt x="815975" y="528261"/>
                      <a:pt x="847725" y="538421"/>
                    </a:cubicBezTo>
                    <a:cubicBezTo>
                      <a:pt x="879475" y="548581"/>
                      <a:pt x="883920" y="542231"/>
                      <a:pt x="911860" y="544771"/>
                    </a:cubicBezTo>
                    <a:cubicBezTo>
                      <a:pt x="939800" y="547311"/>
                      <a:pt x="960120" y="549851"/>
                      <a:pt x="988060" y="551121"/>
                    </a:cubicBezTo>
                    <a:cubicBezTo>
                      <a:pt x="1016000" y="552391"/>
                      <a:pt x="1020445" y="551121"/>
                      <a:pt x="1052195" y="551121"/>
                    </a:cubicBezTo>
                    <a:cubicBezTo>
                      <a:pt x="1083945" y="551121"/>
                      <a:pt x="1110615" y="551121"/>
                      <a:pt x="1147445" y="551121"/>
                    </a:cubicBezTo>
                    <a:cubicBezTo>
                      <a:pt x="1184275" y="551121"/>
                      <a:pt x="1205230" y="551121"/>
                      <a:pt x="1236980" y="551121"/>
                    </a:cubicBezTo>
                    <a:cubicBezTo>
                      <a:pt x="1268730" y="551121"/>
                      <a:pt x="1277620" y="552391"/>
                      <a:pt x="1306830" y="551121"/>
                    </a:cubicBezTo>
                    <a:cubicBezTo>
                      <a:pt x="1336040" y="549851"/>
                      <a:pt x="1355090" y="549851"/>
                      <a:pt x="1383030" y="544771"/>
                    </a:cubicBezTo>
                    <a:cubicBezTo>
                      <a:pt x="1410970" y="539691"/>
                      <a:pt x="1416685" y="535881"/>
                      <a:pt x="1447165" y="525721"/>
                    </a:cubicBezTo>
                    <a:cubicBezTo>
                      <a:pt x="1477645" y="515561"/>
                      <a:pt x="1505585" y="503496"/>
                      <a:pt x="1536065" y="493336"/>
                    </a:cubicBezTo>
                    <a:cubicBezTo>
                      <a:pt x="1566545" y="483176"/>
                      <a:pt x="1572260" y="480636"/>
                      <a:pt x="1600200" y="474286"/>
                    </a:cubicBezTo>
                    <a:cubicBezTo>
                      <a:pt x="1628140" y="467936"/>
                      <a:pt x="1647190" y="466666"/>
                      <a:pt x="1676400" y="461586"/>
                    </a:cubicBezTo>
                    <a:cubicBezTo>
                      <a:pt x="1705610" y="456506"/>
                      <a:pt x="1718310" y="452696"/>
                      <a:pt x="1746250" y="448886"/>
                    </a:cubicBezTo>
                    <a:cubicBezTo>
                      <a:pt x="1774190" y="445076"/>
                      <a:pt x="1788795" y="450156"/>
                      <a:pt x="1816735" y="442536"/>
                    </a:cubicBezTo>
                    <a:cubicBezTo>
                      <a:pt x="1844675" y="434916"/>
                      <a:pt x="1859915" y="422216"/>
                      <a:pt x="1886585" y="410786"/>
                    </a:cubicBezTo>
                    <a:cubicBezTo>
                      <a:pt x="1913255" y="399356"/>
                      <a:pt x="1924050" y="399356"/>
                      <a:pt x="1950720" y="385386"/>
                    </a:cubicBezTo>
                    <a:cubicBezTo>
                      <a:pt x="1977390" y="371416"/>
                      <a:pt x="2007870" y="348556"/>
                      <a:pt x="2020570" y="340301"/>
                    </a:cubicBezTo>
                  </a:path>
                </a:pathLst>
              </a:custGeom>
              <a:no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1" name="任意多边形 230"/>
              <p:cNvSpPr/>
              <p:nvPr>
                <p:custDataLst>
                  <p:tags r:id="rId34"/>
                </p:custDataLst>
              </p:nvPr>
            </p:nvSpPr>
            <p:spPr>
              <a:xfrm>
                <a:off x="14974" y="7170"/>
                <a:ext cx="3325" cy="1157"/>
              </a:xfrm>
              <a:custGeom>
                <a:avLst/>
                <a:gdLst>
                  <a:gd name="connisteX0" fmla="*/ 0 w 1752600"/>
                  <a:gd name="connsiteY0" fmla="*/ 509905 h 522605"/>
                  <a:gd name="connisteX1" fmla="*/ 95250 w 1752600"/>
                  <a:gd name="connsiteY1" fmla="*/ 509905 h 522605"/>
                  <a:gd name="connisteX2" fmla="*/ 159385 w 1752600"/>
                  <a:gd name="connsiteY2" fmla="*/ 516255 h 522605"/>
                  <a:gd name="connisteX3" fmla="*/ 229235 w 1752600"/>
                  <a:gd name="connsiteY3" fmla="*/ 516255 h 522605"/>
                  <a:gd name="connisteX4" fmla="*/ 305435 w 1752600"/>
                  <a:gd name="connsiteY4" fmla="*/ 516255 h 522605"/>
                  <a:gd name="connisteX5" fmla="*/ 388620 w 1752600"/>
                  <a:gd name="connsiteY5" fmla="*/ 522605 h 522605"/>
                  <a:gd name="connisteX6" fmla="*/ 471170 w 1752600"/>
                  <a:gd name="connsiteY6" fmla="*/ 516255 h 522605"/>
                  <a:gd name="connisteX7" fmla="*/ 535305 w 1752600"/>
                  <a:gd name="connsiteY7" fmla="*/ 516255 h 522605"/>
                  <a:gd name="connisteX8" fmla="*/ 611505 w 1752600"/>
                  <a:gd name="connsiteY8" fmla="*/ 490855 h 522605"/>
                  <a:gd name="connisteX9" fmla="*/ 713740 w 1752600"/>
                  <a:gd name="connsiteY9" fmla="*/ 465455 h 522605"/>
                  <a:gd name="connisteX10" fmla="*/ 828040 w 1752600"/>
                  <a:gd name="connsiteY10" fmla="*/ 433705 h 522605"/>
                  <a:gd name="connisteX11" fmla="*/ 911225 w 1752600"/>
                  <a:gd name="connsiteY11" fmla="*/ 408305 h 522605"/>
                  <a:gd name="connisteX12" fmla="*/ 987425 w 1752600"/>
                  <a:gd name="connsiteY12" fmla="*/ 376555 h 522605"/>
                  <a:gd name="connisteX13" fmla="*/ 1051560 w 1752600"/>
                  <a:gd name="connsiteY13" fmla="*/ 350520 h 522605"/>
                  <a:gd name="connisteX14" fmla="*/ 1121410 w 1752600"/>
                  <a:gd name="connsiteY14" fmla="*/ 287020 h 522605"/>
                  <a:gd name="connisteX15" fmla="*/ 1134110 w 1752600"/>
                  <a:gd name="connsiteY15" fmla="*/ 217170 h 522605"/>
                  <a:gd name="connisteX16" fmla="*/ 1204595 w 1752600"/>
                  <a:gd name="connsiteY16" fmla="*/ 153035 h 522605"/>
                  <a:gd name="connisteX17" fmla="*/ 1280795 w 1752600"/>
                  <a:gd name="connsiteY17" fmla="*/ 127635 h 522605"/>
                  <a:gd name="connisteX18" fmla="*/ 1350645 w 1752600"/>
                  <a:gd name="connsiteY18" fmla="*/ 102235 h 522605"/>
                  <a:gd name="connisteX19" fmla="*/ 1414780 w 1752600"/>
                  <a:gd name="connsiteY19" fmla="*/ 89535 h 522605"/>
                  <a:gd name="connisteX20" fmla="*/ 1484630 w 1752600"/>
                  <a:gd name="connsiteY20" fmla="*/ 64135 h 522605"/>
                  <a:gd name="connisteX21" fmla="*/ 1548765 w 1752600"/>
                  <a:gd name="connsiteY21" fmla="*/ 51435 h 522605"/>
                  <a:gd name="connisteX22" fmla="*/ 1618615 w 1752600"/>
                  <a:gd name="connsiteY22" fmla="*/ 32385 h 522605"/>
                  <a:gd name="connisteX23" fmla="*/ 1688465 w 1752600"/>
                  <a:gd name="connsiteY23" fmla="*/ 13335 h 522605"/>
                  <a:gd name="connisteX24" fmla="*/ 1752600 w 1752600"/>
                  <a:gd name="connsiteY24" fmla="*/ 0 h 52260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Lst>
                <a:rect l="l" t="t" r="r" b="b"/>
                <a:pathLst>
                  <a:path w="1752600" h="522605">
                    <a:moveTo>
                      <a:pt x="0" y="509905"/>
                    </a:moveTo>
                    <a:cubicBezTo>
                      <a:pt x="17780" y="509905"/>
                      <a:pt x="63500" y="508635"/>
                      <a:pt x="95250" y="509905"/>
                    </a:cubicBezTo>
                    <a:cubicBezTo>
                      <a:pt x="127000" y="511175"/>
                      <a:pt x="132715" y="514985"/>
                      <a:pt x="159385" y="516255"/>
                    </a:cubicBezTo>
                    <a:cubicBezTo>
                      <a:pt x="186055" y="517525"/>
                      <a:pt x="200025" y="516255"/>
                      <a:pt x="229235" y="516255"/>
                    </a:cubicBezTo>
                    <a:cubicBezTo>
                      <a:pt x="258445" y="516255"/>
                      <a:pt x="273685" y="514985"/>
                      <a:pt x="305435" y="516255"/>
                    </a:cubicBezTo>
                    <a:cubicBezTo>
                      <a:pt x="337185" y="517525"/>
                      <a:pt x="355600" y="522605"/>
                      <a:pt x="388620" y="522605"/>
                    </a:cubicBezTo>
                    <a:cubicBezTo>
                      <a:pt x="421640" y="522605"/>
                      <a:pt x="441960" y="517525"/>
                      <a:pt x="471170" y="516255"/>
                    </a:cubicBezTo>
                    <a:cubicBezTo>
                      <a:pt x="500380" y="514985"/>
                      <a:pt x="507365" y="521335"/>
                      <a:pt x="535305" y="516255"/>
                    </a:cubicBezTo>
                    <a:cubicBezTo>
                      <a:pt x="563245" y="511175"/>
                      <a:pt x="575945" y="501015"/>
                      <a:pt x="611505" y="490855"/>
                    </a:cubicBezTo>
                    <a:cubicBezTo>
                      <a:pt x="647065" y="480695"/>
                      <a:pt x="670560" y="476885"/>
                      <a:pt x="713740" y="465455"/>
                    </a:cubicBezTo>
                    <a:cubicBezTo>
                      <a:pt x="756920" y="454025"/>
                      <a:pt x="788670" y="445135"/>
                      <a:pt x="828040" y="433705"/>
                    </a:cubicBezTo>
                    <a:cubicBezTo>
                      <a:pt x="867410" y="422275"/>
                      <a:pt x="879475" y="419735"/>
                      <a:pt x="911225" y="408305"/>
                    </a:cubicBezTo>
                    <a:cubicBezTo>
                      <a:pt x="942975" y="396875"/>
                      <a:pt x="959485" y="387985"/>
                      <a:pt x="987425" y="376555"/>
                    </a:cubicBezTo>
                    <a:cubicBezTo>
                      <a:pt x="1015365" y="365125"/>
                      <a:pt x="1024890" y="368300"/>
                      <a:pt x="1051560" y="350520"/>
                    </a:cubicBezTo>
                    <a:cubicBezTo>
                      <a:pt x="1078230" y="332740"/>
                      <a:pt x="1104900" y="313690"/>
                      <a:pt x="1121410" y="287020"/>
                    </a:cubicBezTo>
                    <a:cubicBezTo>
                      <a:pt x="1137920" y="260350"/>
                      <a:pt x="1117600" y="243840"/>
                      <a:pt x="1134110" y="217170"/>
                    </a:cubicBezTo>
                    <a:cubicBezTo>
                      <a:pt x="1150620" y="190500"/>
                      <a:pt x="1175385" y="170815"/>
                      <a:pt x="1204595" y="153035"/>
                    </a:cubicBezTo>
                    <a:cubicBezTo>
                      <a:pt x="1233805" y="135255"/>
                      <a:pt x="1251585" y="137795"/>
                      <a:pt x="1280795" y="127635"/>
                    </a:cubicBezTo>
                    <a:cubicBezTo>
                      <a:pt x="1310005" y="117475"/>
                      <a:pt x="1323975" y="109855"/>
                      <a:pt x="1350645" y="102235"/>
                    </a:cubicBezTo>
                    <a:cubicBezTo>
                      <a:pt x="1377315" y="94615"/>
                      <a:pt x="1388110" y="97155"/>
                      <a:pt x="1414780" y="89535"/>
                    </a:cubicBezTo>
                    <a:cubicBezTo>
                      <a:pt x="1441450" y="81915"/>
                      <a:pt x="1457960" y="71755"/>
                      <a:pt x="1484630" y="64135"/>
                    </a:cubicBezTo>
                    <a:cubicBezTo>
                      <a:pt x="1511300" y="56515"/>
                      <a:pt x="1522095" y="57785"/>
                      <a:pt x="1548765" y="51435"/>
                    </a:cubicBezTo>
                    <a:cubicBezTo>
                      <a:pt x="1575435" y="45085"/>
                      <a:pt x="1590675" y="40005"/>
                      <a:pt x="1618615" y="32385"/>
                    </a:cubicBezTo>
                    <a:cubicBezTo>
                      <a:pt x="1646555" y="24765"/>
                      <a:pt x="1661795" y="19685"/>
                      <a:pt x="1688465" y="13335"/>
                    </a:cubicBezTo>
                    <a:cubicBezTo>
                      <a:pt x="1715135" y="6985"/>
                      <a:pt x="1741170" y="2540"/>
                      <a:pt x="1752600" y="0"/>
                    </a:cubicBezTo>
                  </a:path>
                </a:pathLst>
              </a:custGeom>
              <a:noFill/>
              <a:ln>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32" name="直接连接符 231"/>
              <p:cNvCxnSpPr/>
              <p:nvPr>
                <p:custDataLst>
                  <p:tags r:id="rId35"/>
                </p:custDataLst>
              </p:nvPr>
            </p:nvCxnSpPr>
            <p:spPr>
              <a:xfrm>
                <a:off x="15422" y="7353"/>
                <a:ext cx="28" cy="1677"/>
              </a:xfrm>
              <a:prstGeom prst="line">
                <a:avLst/>
              </a:prstGeom>
              <a:ln>
                <a:solidFill>
                  <a:schemeClr val="bg1">
                    <a:lumMod val="75000"/>
                  </a:schemeClr>
                </a:solidFill>
                <a:prstDash val="dash"/>
              </a:ln>
            </p:spPr>
            <p:style>
              <a:lnRef idx="2">
                <a:schemeClr val="accent1"/>
              </a:lnRef>
              <a:fillRef idx="0">
                <a:srgbClr val="FFFFFF"/>
              </a:fillRef>
              <a:effectRef idx="0">
                <a:srgbClr val="FFFFFF"/>
              </a:effectRef>
              <a:fontRef idx="minor">
                <a:schemeClr val="tx1"/>
              </a:fontRef>
            </p:style>
          </p:cxnSp>
          <p:cxnSp>
            <p:nvCxnSpPr>
              <p:cNvPr id="233" name="直接连接符 232"/>
              <p:cNvCxnSpPr/>
              <p:nvPr>
                <p:custDataLst>
                  <p:tags r:id="rId36"/>
                </p:custDataLst>
              </p:nvPr>
            </p:nvCxnSpPr>
            <p:spPr>
              <a:xfrm>
                <a:off x="15940" y="7178"/>
                <a:ext cx="13" cy="1828"/>
              </a:xfrm>
              <a:prstGeom prst="line">
                <a:avLst/>
              </a:prstGeom>
              <a:ln>
                <a:solidFill>
                  <a:schemeClr val="bg1">
                    <a:lumMod val="75000"/>
                  </a:schemeClr>
                </a:solidFill>
                <a:prstDash val="dash"/>
              </a:ln>
            </p:spPr>
            <p:style>
              <a:lnRef idx="2">
                <a:schemeClr val="accent1"/>
              </a:lnRef>
              <a:fillRef idx="0">
                <a:srgbClr val="FFFFFF"/>
              </a:fillRef>
              <a:effectRef idx="0">
                <a:srgbClr val="FFFFFF"/>
              </a:effectRef>
              <a:fontRef idx="minor">
                <a:schemeClr val="tx1"/>
              </a:fontRef>
            </p:style>
          </p:cxnSp>
          <p:cxnSp>
            <p:nvCxnSpPr>
              <p:cNvPr id="234" name="直接连接符 233"/>
              <p:cNvCxnSpPr/>
              <p:nvPr>
                <p:custDataLst>
                  <p:tags r:id="rId37"/>
                </p:custDataLst>
              </p:nvPr>
            </p:nvCxnSpPr>
            <p:spPr>
              <a:xfrm>
                <a:off x="17651" y="7312"/>
                <a:ext cx="0" cy="1791"/>
              </a:xfrm>
              <a:prstGeom prst="line">
                <a:avLst/>
              </a:prstGeom>
              <a:ln>
                <a:solidFill>
                  <a:schemeClr val="bg1">
                    <a:lumMod val="75000"/>
                  </a:schemeClr>
                </a:solidFill>
                <a:prstDash val="dash"/>
              </a:ln>
            </p:spPr>
            <p:style>
              <a:lnRef idx="2">
                <a:schemeClr val="accent1"/>
              </a:lnRef>
              <a:fillRef idx="0">
                <a:srgbClr val="FFFFFF"/>
              </a:fillRef>
              <a:effectRef idx="0">
                <a:srgbClr val="FFFFFF"/>
              </a:effectRef>
              <a:fontRef idx="minor">
                <a:schemeClr val="tx1"/>
              </a:fontRef>
            </p:style>
          </p:cxnSp>
        </p:grpSp>
      </p:grpSp>
      <p:sp>
        <p:nvSpPr>
          <p:cNvPr id="236" name="文本框 235"/>
          <p:cNvSpPr txBox="1"/>
          <p:nvPr>
            <p:custDataLst>
              <p:tags r:id="rId38"/>
            </p:custDataLst>
          </p:nvPr>
        </p:nvSpPr>
        <p:spPr>
          <a:xfrm>
            <a:off x="3611245" y="5504815"/>
            <a:ext cx="1278255" cy="337185"/>
          </a:xfrm>
          <a:prstGeom prst="rect">
            <a:avLst/>
          </a:prstGeom>
          <a:noFill/>
        </p:spPr>
        <p:txBody>
          <a:bodyPr wrap="square" rtlCol="0">
            <a:spAutoFit/>
          </a:bodyPr>
          <a:p>
            <a:pPr algn="ctr"/>
            <a:r>
              <a:rPr lang="en-US" altLang="zh-CN" sz="1600" b="1">
                <a:latin typeface="Times New Roman" panose="02020603050405020304" pitchFamily="18" charset="0"/>
                <a:cs typeface="Times New Roman" panose="02020603050405020304" pitchFamily="18" charset="0"/>
              </a:rPr>
              <a:t>T</a:t>
            </a:r>
            <a:r>
              <a:rPr lang="en-US" altLang="zh-CN" sz="1600" b="1">
                <a:latin typeface="Times New Roman" panose="02020603050405020304" pitchFamily="18" charset="0"/>
                <a:cs typeface="Times New Roman" panose="02020603050405020304" pitchFamily="18" charset="0"/>
              </a:rPr>
              <a:t>eacher</a:t>
            </a:r>
            <a:endParaRPr lang="en-US" altLang="zh-CN" sz="1600" b="1">
              <a:latin typeface="Times New Roman" panose="02020603050405020304" pitchFamily="18" charset="0"/>
              <a:cs typeface="Times New Roman" panose="02020603050405020304" pitchFamily="18" charset="0"/>
            </a:endParaRPr>
          </a:p>
        </p:txBody>
      </p:sp>
      <p:sp>
        <p:nvSpPr>
          <p:cNvPr id="243" name="文本框 242"/>
          <p:cNvSpPr txBox="1"/>
          <p:nvPr>
            <p:custDataLst>
              <p:tags r:id="rId39"/>
            </p:custDataLst>
          </p:nvPr>
        </p:nvSpPr>
        <p:spPr>
          <a:xfrm>
            <a:off x="8911590" y="5539740"/>
            <a:ext cx="1278255" cy="337185"/>
          </a:xfrm>
          <a:prstGeom prst="rect">
            <a:avLst/>
          </a:prstGeom>
          <a:noFill/>
        </p:spPr>
        <p:txBody>
          <a:bodyPr wrap="square" rtlCol="0">
            <a:spAutoFit/>
          </a:bodyPr>
          <a:p>
            <a:pPr algn="ctr"/>
            <a:r>
              <a:rPr lang="en-US" altLang="zh-CN" sz="1600" b="1">
                <a:latin typeface="Times New Roman" panose="02020603050405020304" pitchFamily="18" charset="0"/>
                <a:cs typeface="Times New Roman" panose="02020603050405020304" pitchFamily="18" charset="0"/>
              </a:rPr>
              <a:t>S</a:t>
            </a:r>
            <a:r>
              <a:rPr lang="en-US" altLang="zh-CN" sz="1600" b="1">
                <a:latin typeface="Times New Roman" panose="02020603050405020304" pitchFamily="18" charset="0"/>
                <a:cs typeface="Times New Roman" panose="02020603050405020304" pitchFamily="18" charset="0"/>
              </a:rPr>
              <a:t>tudent</a:t>
            </a:r>
            <a:endParaRPr lang="en-US" altLang="zh-CN" sz="1600" b="1">
              <a:latin typeface="Times New Roman" panose="02020603050405020304" pitchFamily="18" charset="0"/>
              <a:cs typeface="Times New Roman" panose="02020603050405020304" pitchFamily="18" charset="0"/>
            </a:endParaRPr>
          </a:p>
        </p:txBody>
      </p:sp>
      <p:sp>
        <p:nvSpPr>
          <p:cNvPr id="552" name="矩形: 圆角 496"/>
          <p:cNvSpPr/>
          <p:nvPr/>
        </p:nvSpPr>
        <p:spPr>
          <a:xfrm>
            <a:off x="539750" y="4223385"/>
            <a:ext cx="1654810" cy="1612265"/>
          </a:xfrm>
          <a:prstGeom prst="roundRect">
            <a:avLst>
              <a:gd name="adj" fmla="val 12327"/>
            </a:avLst>
          </a:prstGeom>
          <a:solidFill>
            <a:srgbClr val="F2F2F2"/>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553" name="圆角矩形 552"/>
          <p:cNvSpPr>
            <a:spLocks noChangeAspect="1"/>
          </p:cNvSpPr>
          <p:nvPr/>
        </p:nvSpPr>
        <p:spPr>
          <a:xfrm>
            <a:off x="751205" y="4799965"/>
            <a:ext cx="361950" cy="381000"/>
          </a:xfrm>
          <a:prstGeom prst="roundRect">
            <a:avLst/>
          </a:prstGeom>
          <a:solidFill>
            <a:schemeClr val="accent4">
              <a:lumMod val="75000"/>
            </a:schemeClr>
          </a:solidFill>
          <a:ln w="635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554" name="圆角矩形 553"/>
          <p:cNvSpPr/>
          <p:nvPr/>
        </p:nvSpPr>
        <p:spPr>
          <a:xfrm>
            <a:off x="1219835" y="4799965"/>
            <a:ext cx="361950" cy="382905"/>
          </a:xfrm>
          <a:prstGeom prst="roundRect">
            <a:avLst/>
          </a:prstGeom>
          <a:solidFill>
            <a:srgbClr val="7BAFDD"/>
          </a:solidFill>
          <a:ln>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555" name="圆角矩形 554"/>
          <p:cNvSpPr/>
          <p:nvPr/>
        </p:nvSpPr>
        <p:spPr>
          <a:xfrm>
            <a:off x="751205" y="5293995"/>
            <a:ext cx="361950" cy="382905"/>
          </a:xfrm>
          <a:prstGeom prst="roundRect">
            <a:avLst/>
          </a:prstGeom>
          <a:solidFill>
            <a:srgbClr val="EEB500"/>
          </a:solidFill>
          <a:ln>
            <a:solidFill>
              <a:schemeClr val="accent3">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920" name="圆角矩形 1919"/>
          <p:cNvSpPr/>
          <p:nvPr/>
        </p:nvSpPr>
        <p:spPr>
          <a:xfrm>
            <a:off x="1219835" y="5293995"/>
            <a:ext cx="361950" cy="382905"/>
          </a:xfrm>
          <a:prstGeom prst="roundRect">
            <a:avLst/>
          </a:prstGeom>
          <a:solidFill>
            <a:srgbClr val="F19659"/>
          </a:solidFill>
          <a:ln>
            <a:solidFill>
              <a:schemeClr val="accent2">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556" name="圆角矩形 555"/>
          <p:cNvSpPr/>
          <p:nvPr/>
        </p:nvSpPr>
        <p:spPr>
          <a:xfrm>
            <a:off x="1688465" y="4810125"/>
            <a:ext cx="361950" cy="382905"/>
          </a:xfrm>
          <a:prstGeom prst="roundRect">
            <a:avLst/>
          </a:prstGeom>
          <a:solidFill>
            <a:schemeClr val="tx2">
              <a:lumMod val="20000"/>
              <a:lumOff val="80000"/>
            </a:schemeClr>
          </a:solidFill>
          <a:ln>
            <a:solidFill>
              <a:schemeClr val="bg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557" name="圆角矩形 556"/>
          <p:cNvSpPr/>
          <p:nvPr/>
        </p:nvSpPr>
        <p:spPr>
          <a:xfrm>
            <a:off x="1688465" y="5304155"/>
            <a:ext cx="361950" cy="382905"/>
          </a:xfrm>
          <a:prstGeom prst="roundRect">
            <a:avLst/>
          </a:prstGeom>
          <a:solidFill>
            <a:schemeClr val="accent2">
              <a:lumMod val="20000"/>
              <a:lumOff val="80000"/>
            </a:schemeClr>
          </a:solidFill>
          <a:ln>
            <a:solidFill>
              <a:schemeClr val="accent2">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72" name="文本框 171"/>
          <p:cNvSpPr txBox="1"/>
          <p:nvPr/>
        </p:nvSpPr>
        <p:spPr>
          <a:xfrm>
            <a:off x="153670" y="4267200"/>
            <a:ext cx="2366645" cy="429895"/>
          </a:xfrm>
          <a:prstGeom prst="rect">
            <a:avLst/>
          </a:prstGeom>
          <a:noFill/>
        </p:spPr>
        <p:txBody>
          <a:bodyPr wrap="square" rtlCol="0">
            <a:noAutofit/>
          </a:bodyPr>
          <a:p>
            <a:pPr algn="ctr"/>
            <a:r>
              <a:rPr lang="en-US" altLang="zh-CN" dirty="0">
                <a:latin typeface="Times New Roman" panose="02020603050405020304" pitchFamily="18" charset="0"/>
                <a:ea typeface="微软雅黑" panose="020B0503020204020204" charset="-122"/>
                <a:sym typeface="Times New Roman" panose="02020603050405020304" pitchFamily="18" charset="0"/>
              </a:rPr>
              <a:t> O</a:t>
            </a:r>
            <a:r>
              <a:rPr lang="en-US" altLang="zh-CN" dirty="0">
                <a:latin typeface="Times New Roman" panose="02020603050405020304" pitchFamily="18" charset="0"/>
                <a:ea typeface="微软雅黑" panose="020B0503020204020204" charset="-122"/>
                <a:sym typeface="Times New Roman" panose="02020603050405020304" pitchFamily="18" charset="0"/>
              </a:rPr>
              <a:t>ur Samples</a:t>
            </a:r>
            <a:endParaRPr lang="zh-CN" altLang="en-US" dirty="0">
              <a:latin typeface="Times New Roman" panose="02020603050405020304" pitchFamily="18" charset="0"/>
              <a:ea typeface="微软雅黑" panose="020B0503020204020204" charset="-122"/>
              <a:sym typeface="Times New Roman" panose="02020603050405020304" pitchFamily="18" charset="0"/>
            </a:endParaRPr>
          </a:p>
          <a:p>
            <a:pPr algn="ctr"/>
            <a:endParaRPr lang="zh-CN" altLang="en-US"/>
          </a:p>
        </p:txBody>
      </p:sp>
      <p:sp>
        <p:nvSpPr>
          <p:cNvPr id="562" name="矩形: 圆角 496"/>
          <p:cNvSpPr/>
          <p:nvPr/>
        </p:nvSpPr>
        <p:spPr>
          <a:xfrm>
            <a:off x="502285" y="516890"/>
            <a:ext cx="1654810" cy="1612265"/>
          </a:xfrm>
          <a:prstGeom prst="roundRect">
            <a:avLst>
              <a:gd name="adj" fmla="val 12288"/>
            </a:avLst>
          </a:prstGeom>
          <a:solidFill>
            <a:srgbClr val="F2F2F2"/>
          </a:solid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563" name="圆角矩形 562"/>
          <p:cNvSpPr>
            <a:spLocks noChangeAspect="1"/>
          </p:cNvSpPr>
          <p:nvPr/>
        </p:nvSpPr>
        <p:spPr>
          <a:xfrm>
            <a:off x="713740" y="1093470"/>
            <a:ext cx="361950" cy="381000"/>
          </a:xfrm>
          <a:prstGeom prst="roundRect">
            <a:avLst/>
          </a:prstGeom>
          <a:noFill/>
          <a:ln w="635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564" name="圆角矩形 563"/>
          <p:cNvSpPr/>
          <p:nvPr/>
        </p:nvSpPr>
        <p:spPr>
          <a:xfrm>
            <a:off x="1182370" y="1093470"/>
            <a:ext cx="361950" cy="382905"/>
          </a:xfrm>
          <a:prstGeom prst="roundRect">
            <a:avLst/>
          </a:prstGeom>
          <a:noFill/>
          <a:ln>
            <a:solidFill>
              <a:schemeClr val="accent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565" name="圆角矩形 564"/>
          <p:cNvSpPr/>
          <p:nvPr/>
        </p:nvSpPr>
        <p:spPr>
          <a:xfrm>
            <a:off x="713740" y="1587500"/>
            <a:ext cx="361950" cy="382905"/>
          </a:xfrm>
          <a:prstGeom prst="roundRect">
            <a:avLst/>
          </a:prstGeom>
          <a:noFill/>
          <a:ln>
            <a:solidFill>
              <a:schemeClr val="accent3">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566" name="圆角矩形 565"/>
          <p:cNvSpPr/>
          <p:nvPr/>
        </p:nvSpPr>
        <p:spPr>
          <a:xfrm>
            <a:off x="1182370" y="1587500"/>
            <a:ext cx="361950" cy="382905"/>
          </a:xfrm>
          <a:prstGeom prst="roundRect">
            <a:avLst/>
          </a:prstGeom>
          <a:noFill/>
          <a:ln>
            <a:solidFill>
              <a:schemeClr val="accent2">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567" name="圆角矩形 566"/>
          <p:cNvSpPr/>
          <p:nvPr/>
        </p:nvSpPr>
        <p:spPr>
          <a:xfrm>
            <a:off x="1651000" y="1103630"/>
            <a:ext cx="361950" cy="382905"/>
          </a:xfrm>
          <a:prstGeom prst="roundRect">
            <a:avLst/>
          </a:prstGeom>
          <a:noFill/>
          <a:ln>
            <a:solidFill>
              <a:schemeClr val="bg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568" name="圆角矩形 567"/>
          <p:cNvSpPr/>
          <p:nvPr/>
        </p:nvSpPr>
        <p:spPr>
          <a:xfrm>
            <a:off x="1651000" y="1597660"/>
            <a:ext cx="361950" cy="382905"/>
          </a:xfrm>
          <a:prstGeom prst="roundRect">
            <a:avLst/>
          </a:prstGeom>
          <a:noFill/>
          <a:ln>
            <a:solidFill>
              <a:schemeClr val="accent2">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wrap="none"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61" name="文本框 60"/>
          <p:cNvSpPr txBox="1"/>
          <p:nvPr/>
        </p:nvSpPr>
        <p:spPr>
          <a:xfrm>
            <a:off x="0" y="539750"/>
            <a:ext cx="2590165" cy="429895"/>
          </a:xfrm>
          <a:prstGeom prst="rect">
            <a:avLst/>
          </a:prstGeom>
          <a:noFill/>
        </p:spPr>
        <p:txBody>
          <a:bodyPr wrap="square" rtlCol="0">
            <a:noAutofit/>
          </a:bodyPr>
          <a:p>
            <a:pPr algn="ctr"/>
            <a:r>
              <a:rPr lang="en-US" altLang="zh-CN" dirty="0">
                <a:latin typeface="Times New Roman" panose="02020603050405020304" pitchFamily="18" charset="0"/>
                <a:ea typeface="微软雅黑" panose="020B0503020204020204" charset="-122"/>
                <a:sym typeface="Times New Roman" panose="02020603050405020304" pitchFamily="18" charset="0"/>
              </a:rPr>
              <a:t> Original Samples</a:t>
            </a:r>
            <a:endParaRPr lang="zh-CN" altLang="en-US" dirty="0">
              <a:latin typeface="Times New Roman" panose="02020603050405020304" pitchFamily="18" charset="0"/>
              <a:ea typeface="微软雅黑" panose="020B0503020204020204" charset="-122"/>
              <a:sym typeface="Times New Roman" panose="02020603050405020304" pitchFamily="18" charset="0"/>
            </a:endParaRPr>
          </a:p>
          <a:p>
            <a:pPr algn="ctr"/>
            <a:endParaRPr lang="zh-CN" altLang="en-US"/>
          </a:p>
        </p:txBody>
      </p:sp>
      <p:sp>
        <p:nvSpPr>
          <p:cNvPr id="572" name="下箭头 571"/>
          <p:cNvSpPr/>
          <p:nvPr/>
        </p:nvSpPr>
        <p:spPr>
          <a:xfrm>
            <a:off x="1160780" y="2378710"/>
            <a:ext cx="421640" cy="899795"/>
          </a:xfrm>
          <a:prstGeom prst="downArrow">
            <a:avLst/>
          </a:prstGeom>
          <a:ln>
            <a:solidFill>
              <a:schemeClr val="accent2">
                <a:lumMod val="75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pSp>
        <p:nvGrpSpPr>
          <p:cNvPr id="77" name="组合 76"/>
          <p:cNvGrpSpPr/>
          <p:nvPr/>
        </p:nvGrpSpPr>
        <p:grpSpPr>
          <a:xfrm rot="0">
            <a:off x="7233920" y="2271395"/>
            <a:ext cx="2876550" cy="1814195"/>
            <a:chOff x="12785" y="3615"/>
            <a:chExt cx="4530" cy="2857"/>
          </a:xfrm>
        </p:grpSpPr>
        <p:pic>
          <p:nvPicPr>
            <p:cNvPr id="142" name="图片 141"/>
            <p:cNvPicPr>
              <a:picLocks noChangeAspect="1"/>
            </p:cNvPicPr>
            <p:nvPr>
              <p:custDataLst>
                <p:tags r:id="rId40"/>
              </p:custDataLst>
            </p:nvPr>
          </p:nvPicPr>
          <p:blipFill>
            <a:blip r:embed="rId41"/>
            <a:srcRect l="-151" t="76540" r="41205" b="-464"/>
            <a:stretch>
              <a:fillRect/>
            </a:stretch>
          </p:blipFill>
          <p:spPr>
            <a:xfrm>
              <a:off x="12785" y="3615"/>
              <a:ext cx="4486" cy="1150"/>
            </a:xfrm>
            <a:prstGeom prst="rect">
              <a:avLst/>
            </a:prstGeom>
          </p:spPr>
        </p:pic>
        <p:sp>
          <p:nvSpPr>
            <p:cNvPr id="39" name="矩形 38"/>
            <p:cNvSpPr/>
            <p:nvPr>
              <p:custDataLst>
                <p:tags r:id="rId42"/>
              </p:custDataLst>
            </p:nvPr>
          </p:nvSpPr>
          <p:spPr>
            <a:xfrm>
              <a:off x="13239" y="3777"/>
              <a:ext cx="660" cy="790"/>
            </a:xfrm>
            <a:prstGeom prst="rect">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1" name="矩形 40"/>
            <p:cNvSpPr/>
            <p:nvPr>
              <p:custDataLst>
                <p:tags r:id="rId43"/>
              </p:custDataLst>
            </p:nvPr>
          </p:nvSpPr>
          <p:spPr>
            <a:xfrm>
              <a:off x="14671" y="3777"/>
              <a:ext cx="660" cy="691"/>
            </a:xfrm>
            <a:prstGeom prst="rect">
              <a:avLst/>
            </a:prstGeom>
            <a:noFill/>
            <a:ln w="25400">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矩形 42"/>
            <p:cNvSpPr/>
            <p:nvPr>
              <p:custDataLst>
                <p:tags r:id="rId44"/>
              </p:custDataLst>
            </p:nvPr>
          </p:nvSpPr>
          <p:spPr>
            <a:xfrm>
              <a:off x="16433" y="3961"/>
              <a:ext cx="660" cy="507"/>
            </a:xfrm>
            <a:prstGeom prst="rect">
              <a:avLst/>
            </a:prstGeom>
            <a:noFill/>
            <a:ln w="25400">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49" name="图片 248"/>
            <p:cNvPicPr>
              <a:picLocks noChangeAspect="1"/>
            </p:cNvPicPr>
            <p:nvPr>
              <p:custDataLst>
                <p:tags r:id="rId45"/>
              </p:custDataLst>
            </p:nvPr>
          </p:nvPicPr>
          <p:blipFill>
            <a:blip r:embed="rId41"/>
            <a:srcRect l="-151" t="76540" r="41205" b="-464"/>
            <a:stretch>
              <a:fillRect/>
            </a:stretch>
          </p:blipFill>
          <p:spPr>
            <a:xfrm>
              <a:off x="12829" y="5322"/>
              <a:ext cx="4486" cy="1150"/>
            </a:xfrm>
            <a:prstGeom prst="rect">
              <a:avLst/>
            </a:prstGeom>
          </p:spPr>
        </p:pic>
        <p:sp>
          <p:nvSpPr>
            <p:cNvPr id="3" name="矩形 2"/>
            <p:cNvSpPr/>
            <p:nvPr>
              <p:custDataLst>
                <p:tags r:id="rId46"/>
              </p:custDataLst>
            </p:nvPr>
          </p:nvSpPr>
          <p:spPr>
            <a:xfrm>
              <a:off x="13044" y="5463"/>
              <a:ext cx="826" cy="715"/>
            </a:xfrm>
            <a:prstGeom prst="rect">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矩形 43"/>
            <p:cNvSpPr/>
            <p:nvPr>
              <p:custDataLst>
                <p:tags r:id="rId47"/>
              </p:custDataLst>
            </p:nvPr>
          </p:nvSpPr>
          <p:spPr>
            <a:xfrm>
              <a:off x="14659" y="5694"/>
              <a:ext cx="826" cy="484"/>
            </a:xfrm>
            <a:prstGeom prst="rect">
              <a:avLst/>
            </a:prstGeom>
            <a:noFill/>
            <a:ln w="25400">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矩形 44"/>
            <p:cNvSpPr/>
            <p:nvPr>
              <p:custDataLst>
                <p:tags r:id="rId48"/>
              </p:custDataLst>
            </p:nvPr>
          </p:nvSpPr>
          <p:spPr>
            <a:xfrm>
              <a:off x="16485" y="5671"/>
              <a:ext cx="415" cy="419"/>
            </a:xfrm>
            <a:prstGeom prst="rect">
              <a:avLst/>
            </a:prstGeom>
            <a:noFill/>
            <a:ln w="25400">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15" name="组合 114"/>
          <p:cNvGrpSpPr/>
          <p:nvPr/>
        </p:nvGrpSpPr>
        <p:grpSpPr>
          <a:xfrm rot="0">
            <a:off x="2258695" y="2271395"/>
            <a:ext cx="2876550" cy="1788160"/>
            <a:chOff x="3557" y="3709"/>
            <a:chExt cx="4530" cy="2816"/>
          </a:xfrm>
        </p:grpSpPr>
        <p:pic>
          <p:nvPicPr>
            <p:cNvPr id="141" name="图片 140"/>
            <p:cNvPicPr>
              <a:picLocks noChangeAspect="1"/>
            </p:cNvPicPr>
            <p:nvPr>
              <p:custDataLst>
                <p:tags r:id="rId49"/>
              </p:custDataLst>
            </p:nvPr>
          </p:nvPicPr>
          <p:blipFill>
            <a:blip r:embed="rId50"/>
            <a:srcRect l="-1348" t="77208" r="41242" b="-68"/>
            <a:stretch>
              <a:fillRect/>
            </a:stretch>
          </p:blipFill>
          <p:spPr>
            <a:xfrm>
              <a:off x="3557" y="3709"/>
              <a:ext cx="4488" cy="1128"/>
            </a:xfrm>
            <a:prstGeom prst="rect">
              <a:avLst/>
            </a:prstGeom>
          </p:spPr>
        </p:pic>
        <p:sp>
          <p:nvSpPr>
            <p:cNvPr id="27" name="矩形 26"/>
            <p:cNvSpPr/>
            <p:nvPr>
              <p:custDataLst>
                <p:tags r:id="rId51"/>
              </p:custDataLst>
            </p:nvPr>
          </p:nvSpPr>
          <p:spPr>
            <a:xfrm>
              <a:off x="3969" y="4224"/>
              <a:ext cx="660" cy="395"/>
            </a:xfrm>
            <a:prstGeom prst="rect">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矩形 39"/>
            <p:cNvSpPr/>
            <p:nvPr>
              <p:custDataLst>
                <p:tags r:id="rId52"/>
              </p:custDataLst>
            </p:nvPr>
          </p:nvSpPr>
          <p:spPr>
            <a:xfrm>
              <a:off x="5349" y="3829"/>
              <a:ext cx="660" cy="790"/>
            </a:xfrm>
            <a:prstGeom prst="rect">
              <a:avLst/>
            </a:prstGeom>
            <a:noFill/>
            <a:ln w="25400">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2" name="矩形 41"/>
            <p:cNvSpPr/>
            <p:nvPr>
              <p:custDataLst>
                <p:tags r:id="rId53"/>
              </p:custDataLst>
            </p:nvPr>
          </p:nvSpPr>
          <p:spPr>
            <a:xfrm>
              <a:off x="7030" y="3730"/>
              <a:ext cx="443" cy="790"/>
            </a:xfrm>
            <a:prstGeom prst="rect">
              <a:avLst/>
            </a:prstGeom>
            <a:noFill/>
            <a:ln w="25400">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55" name="图片 254"/>
            <p:cNvPicPr>
              <a:picLocks noChangeAspect="1"/>
            </p:cNvPicPr>
            <p:nvPr>
              <p:custDataLst>
                <p:tags r:id="rId54"/>
              </p:custDataLst>
            </p:nvPr>
          </p:nvPicPr>
          <p:blipFill>
            <a:blip r:embed="rId41"/>
            <a:srcRect l="-151" t="76540" r="41205" b="-464"/>
            <a:stretch>
              <a:fillRect/>
            </a:stretch>
          </p:blipFill>
          <p:spPr>
            <a:xfrm>
              <a:off x="3601" y="5375"/>
              <a:ext cx="4486" cy="1150"/>
            </a:xfrm>
            <a:prstGeom prst="rect">
              <a:avLst/>
            </a:prstGeom>
          </p:spPr>
        </p:pic>
        <p:sp>
          <p:nvSpPr>
            <p:cNvPr id="46" name="矩形 45"/>
            <p:cNvSpPr/>
            <p:nvPr>
              <p:custDataLst>
                <p:tags r:id="rId55"/>
              </p:custDataLst>
            </p:nvPr>
          </p:nvSpPr>
          <p:spPr>
            <a:xfrm>
              <a:off x="4012" y="5515"/>
              <a:ext cx="826" cy="715"/>
            </a:xfrm>
            <a:prstGeom prst="rect">
              <a:avLst/>
            </a:prstGeom>
            <a:no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矩形 46"/>
            <p:cNvSpPr/>
            <p:nvPr>
              <p:custDataLst>
                <p:tags r:id="rId56"/>
              </p:custDataLst>
            </p:nvPr>
          </p:nvSpPr>
          <p:spPr>
            <a:xfrm>
              <a:off x="5628" y="5746"/>
              <a:ext cx="826" cy="484"/>
            </a:xfrm>
            <a:prstGeom prst="rect">
              <a:avLst/>
            </a:prstGeom>
            <a:noFill/>
            <a:ln w="25400">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矩形 47"/>
            <p:cNvSpPr/>
            <p:nvPr>
              <p:custDataLst>
                <p:tags r:id="rId57"/>
              </p:custDataLst>
            </p:nvPr>
          </p:nvSpPr>
          <p:spPr>
            <a:xfrm>
              <a:off x="7285" y="5723"/>
              <a:ext cx="415" cy="419"/>
            </a:xfrm>
            <a:prstGeom prst="rect">
              <a:avLst/>
            </a:prstGeom>
            <a:noFill/>
            <a:ln w="25400">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75" name="组合 74"/>
          <p:cNvGrpSpPr/>
          <p:nvPr/>
        </p:nvGrpSpPr>
        <p:grpSpPr>
          <a:xfrm rot="0">
            <a:off x="5254625" y="2024380"/>
            <a:ext cx="1920875" cy="1148715"/>
            <a:chOff x="7605" y="316"/>
            <a:chExt cx="3985" cy="2993"/>
          </a:xfrm>
        </p:grpSpPr>
        <p:grpSp>
          <p:nvGrpSpPr>
            <p:cNvPr id="18" name="组合 17"/>
            <p:cNvGrpSpPr/>
            <p:nvPr>
              <p:custDataLst>
                <p:tags r:id="rId58"/>
              </p:custDataLst>
            </p:nvPr>
          </p:nvGrpSpPr>
          <p:grpSpPr>
            <a:xfrm rot="0">
              <a:off x="7698" y="546"/>
              <a:ext cx="3280" cy="2124"/>
              <a:chOff x="7768" y="3201"/>
              <a:chExt cx="4406" cy="2228"/>
            </a:xfrm>
          </p:grpSpPr>
          <p:cxnSp>
            <p:nvCxnSpPr>
              <p:cNvPr id="6" name="曲线连接符 5"/>
              <p:cNvCxnSpPr/>
              <p:nvPr>
                <p:custDataLst>
                  <p:tags r:id="rId59"/>
                </p:custDataLst>
              </p:nvPr>
            </p:nvCxnSpPr>
            <p:spPr>
              <a:xfrm>
                <a:off x="8273" y="3601"/>
                <a:ext cx="1737" cy="1677"/>
              </a:xfrm>
              <a:prstGeom prst="curvedConnector3">
                <a:avLst>
                  <a:gd name="adj1" fmla="val 44271"/>
                </a:avLst>
              </a:prstGeom>
            </p:spPr>
            <p:style>
              <a:lnRef idx="2">
                <a:schemeClr val="accent1"/>
              </a:lnRef>
              <a:fillRef idx="0">
                <a:srgbClr val="FFFFFF"/>
              </a:fillRef>
              <a:effectRef idx="0">
                <a:srgbClr val="FFFFFF"/>
              </a:effectRef>
              <a:fontRef idx="minor">
                <a:schemeClr val="tx1"/>
              </a:fontRef>
            </p:style>
          </p:cxnSp>
          <p:sp>
            <p:nvSpPr>
              <p:cNvPr id="12" name="任意多边形 11"/>
              <p:cNvSpPr/>
              <p:nvPr>
                <p:custDataLst>
                  <p:tags r:id="rId60"/>
                </p:custDataLst>
              </p:nvPr>
            </p:nvSpPr>
            <p:spPr>
              <a:xfrm>
                <a:off x="7933" y="3482"/>
                <a:ext cx="4085" cy="1796"/>
              </a:xfrm>
              <a:custGeom>
                <a:avLst/>
                <a:gdLst>
                  <a:gd name="connisteX0" fmla="*/ 0 w 2593975"/>
                  <a:gd name="connsiteY0" fmla="*/ 936625 h 1140460"/>
                  <a:gd name="connisteX1" fmla="*/ 69850 w 2593975"/>
                  <a:gd name="connsiteY1" fmla="*/ 949325 h 1140460"/>
                  <a:gd name="connisteX2" fmla="*/ 88900 w 2593975"/>
                  <a:gd name="connsiteY2" fmla="*/ 1013460 h 1140460"/>
                  <a:gd name="connisteX3" fmla="*/ 153035 w 2593975"/>
                  <a:gd name="connsiteY3" fmla="*/ 1070610 h 1140460"/>
                  <a:gd name="connisteX4" fmla="*/ 229235 w 2593975"/>
                  <a:gd name="connsiteY4" fmla="*/ 1070610 h 1140460"/>
                  <a:gd name="connisteX5" fmla="*/ 299085 w 2593975"/>
                  <a:gd name="connsiteY5" fmla="*/ 1007110 h 1140460"/>
                  <a:gd name="connisteX6" fmla="*/ 375920 w 2593975"/>
                  <a:gd name="connsiteY6" fmla="*/ 955675 h 1140460"/>
                  <a:gd name="connisteX7" fmla="*/ 426720 w 2593975"/>
                  <a:gd name="connsiteY7" fmla="*/ 1026160 h 1140460"/>
                  <a:gd name="connisteX8" fmla="*/ 452120 w 2593975"/>
                  <a:gd name="connsiteY8" fmla="*/ 1096010 h 1140460"/>
                  <a:gd name="connisteX9" fmla="*/ 516255 w 2593975"/>
                  <a:gd name="connsiteY9" fmla="*/ 1102360 h 1140460"/>
                  <a:gd name="connisteX10" fmla="*/ 586105 w 2593975"/>
                  <a:gd name="connsiteY10" fmla="*/ 1096010 h 1140460"/>
                  <a:gd name="connisteX11" fmla="*/ 617855 w 2593975"/>
                  <a:gd name="connsiteY11" fmla="*/ 1026160 h 1140460"/>
                  <a:gd name="connisteX12" fmla="*/ 636905 w 2593975"/>
                  <a:gd name="connsiteY12" fmla="*/ 962025 h 1140460"/>
                  <a:gd name="connisteX13" fmla="*/ 668655 w 2593975"/>
                  <a:gd name="connsiteY13" fmla="*/ 892175 h 1140460"/>
                  <a:gd name="connisteX14" fmla="*/ 694690 w 2593975"/>
                  <a:gd name="connsiteY14" fmla="*/ 822325 h 1140460"/>
                  <a:gd name="connisteX15" fmla="*/ 701040 w 2593975"/>
                  <a:gd name="connsiteY15" fmla="*/ 758190 h 1140460"/>
                  <a:gd name="connisteX16" fmla="*/ 701040 w 2593975"/>
                  <a:gd name="connsiteY16" fmla="*/ 688340 h 1140460"/>
                  <a:gd name="connisteX17" fmla="*/ 707390 w 2593975"/>
                  <a:gd name="connsiteY17" fmla="*/ 598805 h 1140460"/>
                  <a:gd name="connisteX18" fmla="*/ 720090 w 2593975"/>
                  <a:gd name="connsiteY18" fmla="*/ 509905 h 1140460"/>
                  <a:gd name="connisteX19" fmla="*/ 726440 w 2593975"/>
                  <a:gd name="connsiteY19" fmla="*/ 394970 h 1140460"/>
                  <a:gd name="connisteX20" fmla="*/ 726440 w 2593975"/>
                  <a:gd name="connsiteY20" fmla="*/ 325120 h 1140460"/>
                  <a:gd name="connisteX21" fmla="*/ 726440 w 2593975"/>
                  <a:gd name="connsiteY21" fmla="*/ 248285 h 1140460"/>
                  <a:gd name="connisteX22" fmla="*/ 732790 w 2593975"/>
                  <a:gd name="connsiteY22" fmla="*/ 165735 h 1140460"/>
                  <a:gd name="connisteX23" fmla="*/ 764540 w 2593975"/>
                  <a:gd name="connsiteY23" fmla="*/ 95250 h 1140460"/>
                  <a:gd name="connisteX24" fmla="*/ 834390 w 2593975"/>
                  <a:gd name="connsiteY24" fmla="*/ 31750 h 1140460"/>
                  <a:gd name="connisteX25" fmla="*/ 873125 w 2593975"/>
                  <a:gd name="connsiteY25" fmla="*/ 101600 h 1140460"/>
                  <a:gd name="connisteX26" fmla="*/ 942975 w 2593975"/>
                  <a:gd name="connsiteY26" fmla="*/ 107950 h 1140460"/>
                  <a:gd name="connisteX27" fmla="*/ 1012825 w 2593975"/>
                  <a:gd name="connsiteY27" fmla="*/ 107950 h 1140460"/>
                  <a:gd name="connisteX28" fmla="*/ 1070610 w 2593975"/>
                  <a:gd name="connsiteY28" fmla="*/ 38100 h 1140460"/>
                  <a:gd name="connisteX29" fmla="*/ 1191260 w 2593975"/>
                  <a:gd name="connsiteY29" fmla="*/ 0 h 1140460"/>
                  <a:gd name="connisteX30" fmla="*/ 1261745 w 2593975"/>
                  <a:gd name="connsiteY30" fmla="*/ 50800 h 1140460"/>
                  <a:gd name="connisteX31" fmla="*/ 1331595 w 2593975"/>
                  <a:gd name="connsiteY31" fmla="*/ 63500 h 1140460"/>
                  <a:gd name="connisteX32" fmla="*/ 1402080 w 2593975"/>
                  <a:gd name="connsiteY32" fmla="*/ 63500 h 1140460"/>
                  <a:gd name="connisteX33" fmla="*/ 1471930 w 2593975"/>
                  <a:gd name="connsiteY33" fmla="*/ 63500 h 1140460"/>
                  <a:gd name="connisteX34" fmla="*/ 1542415 w 2593975"/>
                  <a:gd name="connsiteY34" fmla="*/ 0 h 1140460"/>
                  <a:gd name="connisteX35" fmla="*/ 1535430 w 2593975"/>
                  <a:gd name="connsiteY35" fmla="*/ 76200 h 1140460"/>
                  <a:gd name="connisteX36" fmla="*/ 1535430 w 2593975"/>
                  <a:gd name="connsiteY36" fmla="*/ 140335 h 1140460"/>
                  <a:gd name="connisteX37" fmla="*/ 1574165 w 2593975"/>
                  <a:gd name="connsiteY37" fmla="*/ 210185 h 1140460"/>
                  <a:gd name="connisteX38" fmla="*/ 1605915 w 2593975"/>
                  <a:gd name="connsiteY38" fmla="*/ 286385 h 1140460"/>
                  <a:gd name="connisteX39" fmla="*/ 1631315 w 2593975"/>
                  <a:gd name="connsiteY39" fmla="*/ 356870 h 1140460"/>
                  <a:gd name="connisteX40" fmla="*/ 1650365 w 2593975"/>
                  <a:gd name="connsiteY40" fmla="*/ 439420 h 1140460"/>
                  <a:gd name="connisteX41" fmla="*/ 1663065 w 2593975"/>
                  <a:gd name="connsiteY41" fmla="*/ 503555 h 1140460"/>
                  <a:gd name="connisteX42" fmla="*/ 1675765 w 2593975"/>
                  <a:gd name="connsiteY42" fmla="*/ 586105 h 1140460"/>
                  <a:gd name="connisteX43" fmla="*/ 1701165 w 2593975"/>
                  <a:gd name="connsiteY43" fmla="*/ 656590 h 1140460"/>
                  <a:gd name="connisteX44" fmla="*/ 1720850 w 2593975"/>
                  <a:gd name="connsiteY44" fmla="*/ 726440 h 1140460"/>
                  <a:gd name="connisteX45" fmla="*/ 1746250 w 2593975"/>
                  <a:gd name="connsiteY45" fmla="*/ 796290 h 1140460"/>
                  <a:gd name="connisteX46" fmla="*/ 1765300 w 2593975"/>
                  <a:gd name="connsiteY46" fmla="*/ 860425 h 1140460"/>
                  <a:gd name="connisteX47" fmla="*/ 1797050 w 2593975"/>
                  <a:gd name="connsiteY47" fmla="*/ 930275 h 1140460"/>
                  <a:gd name="connisteX48" fmla="*/ 1873250 w 2593975"/>
                  <a:gd name="connsiteY48" fmla="*/ 1026160 h 1140460"/>
                  <a:gd name="connisteX49" fmla="*/ 1943735 w 2593975"/>
                  <a:gd name="connsiteY49" fmla="*/ 1089660 h 1140460"/>
                  <a:gd name="connisteX50" fmla="*/ 2013585 w 2593975"/>
                  <a:gd name="connsiteY50" fmla="*/ 1140460 h 1140460"/>
                  <a:gd name="connisteX51" fmla="*/ 2077720 w 2593975"/>
                  <a:gd name="connsiteY51" fmla="*/ 1140460 h 1140460"/>
                  <a:gd name="connisteX52" fmla="*/ 2153920 w 2593975"/>
                  <a:gd name="connsiteY52" fmla="*/ 1127760 h 1140460"/>
                  <a:gd name="connisteX53" fmla="*/ 2236470 w 2593975"/>
                  <a:gd name="connsiteY53" fmla="*/ 1102360 h 1140460"/>
                  <a:gd name="connisteX54" fmla="*/ 2300605 w 2593975"/>
                  <a:gd name="connsiteY54" fmla="*/ 1089660 h 1140460"/>
                  <a:gd name="connisteX55" fmla="*/ 2370455 w 2593975"/>
                  <a:gd name="connsiteY55" fmla="*/ 1134110 h 1140460"/>
                  <a:gd name="connisteX56" fmla="*/ 2593975 w 2593975"/>
                  <a:gd name="connsiteY56" fmla="*/ 1000760 h 114046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Lst>
                <a:rect l="l" t="t" r="r" b="b"/>
                <a:pathLst>
                  <a:path w="2593975" h="1140460">
                    <a:moveTo>
                      <a:pt x="0" y="936625"/>
                    </a:moveTo>
                    <a:lnTo>
                      <a:pt x="69850" y="949325"/>
                    </a:lnTo>
                    <a:lnTo>
                      <a:pt x="88900" y="1013460"/>
                    </a:lnTo>
                    <a:lnTo>
                      <a:pt x="153035" y="1070610"/>
                    </a:lnTo>
                    <a:lnTo>
                      <a:pt x="229235" y="1070610"/>
                    </a:lnTo>
                    <a:lnTo>
                      <a:pt x="299085" y="1007110"/>
                    </a:lnTo>
                    <a:lnTo>
                      <a:pt x="375920" y="955675"/>
                    </a:lnTo>
                    <a:lnTo>
                      <a:pt x="426720" y="1026160"/>
                    </a:lnTo>
                    <a:lnTo>
                      <a:pt x="452120" y="1096010"/>
                    </a:lnTo>
                    <a:lnTo>
                      <a:pt x="516255" y="1102360"/>
                    </a:lnTo>
                    <a:lnTo>
                      <a:pt x="586105" y="1096010"/>
                    </a:lnTo>
                    <a:lnTo>
                      <a:pt x="617855" y="1026160"/>
                    </a:lnTo>
                    <a:lnTo>
                      <a:pt x="636905" y="962025"/>
                    </a:lnTo>
                    <a:lnTo>
                      <a:pt x="668655" y="892175"/>
                    </a:lnTo>
                    <a:lnTo>
                      <a:pt x="694690" y="822325"/>
                    </a:lnTo>
                    <a:lnTo>
                      <a:pt x="701040" y="758190"/>
                    </a:lnTo>
                    <a:lnTo>
                      <a:pt x="701040" y="688340"/>
                    </a:lnTo>
                    <a:lnTo>
                      <a:pt x="707390" y="598805"/>
                    </a:lnTo>
                    <a:lnTo>
                      <a:pt x="720090" y="509905"/>
                    </a:lnTo>
                    <a:lnTo>
                      <a:pt x="726440" y="394970"/>
                    </a:lnTo>
                    <a:lnTo>
                      <a:pt x="726440" y="325120"/>
                    </a:lnTo>
                    <a:lnTo>
                      <a:pt x="726440" y="248285"/>
                    </a:lnTo>
                    <a:lnTo>
                      <a:pt x="732790" y="165735"/>
                    </a:lnTo>
                    <a:lnTo>
                      <a:pt x="764540" y="95250"/>
                    </a:lnTo>
                    <a:lnTo>
                      <a:pt x="834390" y="31750"/>
                    </a:lnTo>
                    <a:lnTo>
                      <a:pt x="873125" y="101600"/>
                    </a:lnTo>
                    <a:lnTo>
                      <a:pt x="942975" y="107950"/>
                    </a:lnTo>
                    <a:lnTo>
                      <a:pt x="1012825" y="107950"/>
                    </a:lnTo>
                    <a:lnTo>
                      <a:pt x="1070610" y="38100"/>
                    </a:lnTo>
                    <a:lnTo>
                      <a:pt x="1191260" y="0"/>
                    </a:lnTo>
                    <a:lnTo>
                      <a:pt x="1261745" y="50800"/>
                    </a:lnTo>
                    <a:lnTo>
                      <a:pt x="1331595" y="63500"/>
                    </a:lnTo>
                    <a:lnTo>
                      <a:pt x="1402080" y="63500"/>
                    </a:lnTo>
                    <a:lnTo>
                      <a:pt x="1471930" y="63500"/>
                    </a:lnTo>
                    <a:lnTo>
                      <a:pt x="1542415" y="0"/>
                    </a:lnTo>
                    <a:lnTo>
                      <a:pt x="1535430" y="76200"/>
                    </a:lnTo>
                    <a:lnTo>
                      <a:pt x="1535430" y="140335"/>
                    </a:lnTo>
                    <a:lnTo>
                      <a:pt x="1574165" y="210185"/>
                    </a:lnTo>
                    <a:lnTo>
                      <a:pt x="1605915" y="286385"/>
                    </a:lnTo>
                    <a:lnTo>
                      <a:pt x="1631315" y="356870"/>
                    </a:lnTo>
                    <a:lnTo>
                      <a:pt x="1650365" y="439420"/>
                    </a:lnTo>
                    <a:lnTo>
                      <a:pt x="1663065" y="503555"/>
                    </a:lnTo>
                    <a:lnTo>
                      <a:pt x="1675765" y="586105"/>
                    </a:lnTo>
                    <a:lnTo>
                      <a:pt x="1701165" y="656590"/>
                    </a:lnTo>
                    <a:lnTo>
                      <a:pt x="1720850" y="726440"/>
                    </a:lnTo>
                    <a:lnTo>
                      <a:pt x="1746250" y="796290"/>
                    </a:lnTo>
                    <a:lnTo>
                      <a:pt x="1765300" y="860425"/>
                    </a:lnTo>
                    <a:lnTo>
                      <a:pt x="1797050" y="930275"/>
                    </a:lnTo>
                    <a:lnTo>
                      <a:pt x="1873250" y="1026160"/>
                    </a:lnTo>
                    <a:lnTo>
                      <a:pt x="1943735" y="1089660"/>
                    </a:lnTo>
                    <a:lnTo>
                      <a:pt x="2013585" y="1140460"/>
                    </a:lnTo>
                    <a:lnTo>
                      <a:pt x="2077720" y="1140460"/>
                    </a:lnTo>
                    <a:lnTo>
                      <a:pt x="2153920" y="1127760"/>
                    </a:lnTo>
                    <a:lnTo>
                      <a:pt x="2236470" y="1102360"/>
                    </a:lnTo>
                    <a:lnTo>
                      <a:pt x="2300605" y="1089660"/>
                    </a:lnTo>
                    <a:lnTo>
                      <a:pt x="2370455" y="1134110"/>
                    </a:lnTo>
                    <a:lnTo>
                      <a:pt x="2593975" y="1000760"/>
                    </a:lnTo>
                  </a:path>
                </a:pathLst>
              </a:custGeom>
              <a:no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3" name="直接连接符 12"/>
              <p:cNvCxnSpPr/>
              <p:nvPr>
                <p:custDataLst>
                  <p:tags r:id="rId61"/>
                </p:custDataLst>
              </p:nvPr>
            </p:nvCxnSpPr>
            <p:spPr>
              <a:xfrm flipV="1">
                <a:off x="7768" y="5399"/>
                <a:ext cx="4406" cy="30"/>
              </a:xfrm>
              <a:prstGeom prst="line">
                <a:avLst/>
              </a:prstGeom>
              <a:ln w="1905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14" name="直接连接符 13"/>
              <p:cNvCxnSpPr/>
              <p:nvPr>
                <p:custDataLst>
                  <p:tags r:id="rId62"/>
                </p:custDataLst>
              </p:nvPr>
            </p:nvCxnSpPr>
            <p:spPr>
              <a:xfrm flipH="1" flipV="1">
                <a:off x="7768" y="3201"/>
                <a:ext cx="20" cy="2228"/>
              </a:xfrm>
              <a:prstGeom prst="line">
                <a:avLst/>
              </a:prstGeom>
              <a:ln w="19050">
                <a:solidFill>
                  <a:schemeClr val="tx1"/>
                </a:solidFill>
                <a:tailEnd type="triangle"/>
              </a:ln>
            </p:spPr>
            <p:style>
              <a:lnRef idx="2">
                <a:schemeClr val="accent1"/>
              </a:lnRef>
              <a:fillRef idx="0">
                <a:srgbClr val="FFFFFF"/>
              </a:fillRef>
              <a:effectRef idx="0">
                <a:srgbClr val="FFFFFF"/>
              </a:effectRef>
              <a:fontRef idx="minor">
                <a:schemeClr val="tx1"/>
              </a:fontRef>
            </p:style>
          </p:cxnSp>
          <p:sp>
            <p:nvSpPr>
              <p:cNvPr id="15" name="任意多边形 14"/>
              <p:cNvSpPr/>
              <p:nvPr>
                <p:custDataLst>
                  <p:tags r:id="rId63"/>
                </p:custDataLst>
              </p:nvPr>
            </p:nvSpPr>
            <p:spPr>
              <a:xfrm>
                <a:off x="7808" y="3603"/>
                <a:ext cx="482" cy="1816"/>
              </a:xfrm>
              <a:custGeom>
                <a:avLst/>
                <a:gdLst>
                  <a:gd name="connisteX0" fmla="*/ 306070 w 306070"/>
                  <a:gd name="connsiteY0" fmla="*/ 111 h 1153271"/>
                  <a:gd name="connisteX1" fmla="*/ 241935 w 306070"/>
                  <a:gd name="connsiteY1" fmla="*/ 12811 h 1153271"/>
                  <a:gd name="connisteX2" fmla="*/ 222885 w 306070"/>
                  <a:gd name="connsiteY2" fmla="*/ 89011 h 1153271"/>
                  <a:gd name="connisteX3" fmla="*/ 229235 w 306070"/>
                  <a:gd name="connsiteY3" fmla="*/ 159496 h 1153271"/>
                  <a:gd name="connisteX4" fmla="*/ 241935 w 306070"/>
                  <a:gd name="connsiteY4" fmla="*/ 235696 h 1153271"/>
                  <a:gd name="connisteX5" fmla="*/ 248285 w 306070"/>
                  <a:gd name="connsiteY5" fmla="*/ 305546 h 1153271"/>
                  <a:gd name="connisteX6" fmla="*/ 241935 w 306070"/>
                  <a:gd name="connsiteY6" fmla="*/ 376031 h 1153271"/>
                  <a:gd name="connisteX7" fmla="*/ 229235 w 306070"/>
                  <a:gd name="connsiteY7" fmla="*/ 452231 h 1153271"/>
                  <a:gd name="connisteX8" fmla="*/ 216535 w 306070"/>
                  <a:gd name="connsiteY8" fmla="*/ 516366 h 1153271"/>
                  <a:gd name="connisteX9" fmla="*/ 165735 w 306070"/>
                  <a:gd name="connsiteY9" fmla="*/ 592566 h 1153271"/>
                  <a:gd name="connisteX10" fmla="*/ 127635 w 306070"/>
                  <a:gd name="connsiteY10" fmla="*/ 662416 h 1153271"/>
                  <a:gd name="connisteX11" fmla="*/ 95250 w 306070"/>
                  <a:gd name="connsiteY11" fmla="*/ 726551 h 1153271"/>
                  <a:gd name="connisteX12" fmla="*/ 69850 w 306070"/>
                  <a:gd name="connsiteY12" fmla="*/ 802751 h 1153271"/>
                  <a:gd name="connisteX13" fmla="*/ 69850 w 306070"/>
                  <a:gd name="connsiteY13" fmla="*/ 866886 h 1153271"/>
                  <a:gd name="connisteX14" fmla="*/ 76200 w 306070"/>
                  <a:gd name="connsiteY14" fmla="*/ 936736 h 1153271"/>
                  <a:gd name="connisteX15" fmla="*/ 69850 w 306070"/>
                  <a:gd name="connsiteY15" fmla="*/ 1012936 h 1153271"/>
                  <a:gd name="connisteX16" fmla="*/ 44450 w 306070"/>
                  <a:gd name="connsiteY16" fmla="*/ 1077071 h 1153271"/>
                  <a:gd name="connisteX17" fmla="*/ 0 w 306070"/>
                  <a:gd name="connsiteY17" fmla="*/ 1153271 h 1153271"/>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Lst>
                <a:rect l="l" t="t" r="r" b="b"/>
                <a:pathLst>
                  <a:path w="306070" h="1153272">
                    <a:moveTo>
                      <a:pt x="306070" y="112"/>
                    </a:moveTo>
                    <a:cubicBezTo>
                      <a:pt x="293370" y="1382"/>
                      <a:pt x="258445" y="-4968"/>
                      <a:pt x="241935" y="12812"/>
                    </a:cubicBezTo>
                    <a:cubicBezTo>
                      <a:pt x="225425" y="30592"/>
                      <a:pt x="225425" y="59802"/>
                      <a:pt x="222885" y="89012"/>
                    </a:cubicBezTo>
                    <a:cubicBezTo>
                      <a:pt x="220345" y="118222"/>
                      <a:pt x="225425" y="130287"/>
                      <a:pt x="229235" y="159497"/>
                    </a:cubicBezTo>
                    <a:cubicBezTo>
                      <a:pt x="233045" y="188707"/>
                      <a:pt x="238125" y="206487"/>
                      <a:pt x="241935" y="235697"/>
                    </a:cubicBezTo>
                    <a:cubicBezTo>
                      <a:pt x="245745" y="264907"/>
                      <a:pt x="248285" y="277607"/>
                      <a:pt x="248285" y="305547"/>
                    </a:cubicBezTo>
                    <a:cubicBezTo>
                      <a:pt x="248285" y="333487"/>
                      <a:pt x="245745" y="346822"/>
                      <a:pt x="241935" y="376032"/>
                    </a:cubicBezTo>
                    <a:cubicBezTo>
                      <a:pt x="238125" y="405242"/>
                      <a:pt x="234315" y="424292"/>
                      <a:pt x="229235" y="452232"/>
                    </a:cubicBezTo>
                    <a:cubicBezTo>
                      <a:pt x="224155" y="480172"/>
                      <a:pt x="229235" y="488427"/>
                      <a:pt x="216535" y="516367"/>
                    </a:cubicBezTo>
                    <a:cubicBezTo>
                      <a:pt x="203835" y="544307"/>
                      <a:pt x="183515" y="563357"/>
                      <a:pt x="165735" y="592567"/>
                    </a:cubicBezTo>
                    <a:cubicBezTo>
                      <a:pt x="147955" y="621777"/>
                      <a:pt x="141605" y="635747"/>
                      <a:pt x="127635" y="662417"/>
                    </a:cubicBezTo>
                    <a:cubicBezTo>
                      <a:pt x="113665" y="689087"/>
                      <a:pt x="106680" y="698612"/>
                      <a:pt x="95250" y="726552"/>
                    </a:cubicBezTo>
                    <a:cubicBezTo>
                      <a:pt x="83820" y="754492"/>
                      <a:pt x="74930" y="774812"/>
                      <a:pt x="69850" y="802752"/>
                    </a:cubicBezTo>
                    <a:cubicBezTo>
                      <a:pt x="64770" y="830692"/>
                      <a:pt x="68580" y="840217"/>
                      <a:pt x="69850" y="866887"/>
                    </a:cubicBezTo>
                    <a:cubicBezTo>
                      <a:pt x="71120" y="893557"/>
                      <a:pt x="76200" y="907527"/>
                      <a:pt x="76200" y="936737"/>
                    </a:cubicBezTo>
                    <a:cubicBezTo>
                      <a:pt x="76200" y="965947"/>
                      <a:pt x="76200" y="984997"/>
                      <a:pt x="69850" y="1012937"/>
                    </a:cubicBezTo>
                    <a:cubicBezTo>
                      <a:pt x="63500" y="1040877"/>
                      <a:pt x="58420" y="1049132"/>
                      <a:pt x="44450" y="1077072"/>
                    </a:cubicBezTo>
                    <a:cubicBezTo>
                      <a:pt x="30480" y="1105012"/>
                      <a:pt x="8255" y="1139302"/>
                      <a:pt x="0" y="1153272"/>
                    </a:cubicBezTo>
                  </a:path>
                </a:pathLst>
              </a:cu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任意多边形 15"/>
              <p:cNvSpPr/>
              <p:nvPr>
                <p:custDataLst>
                  <p:tags r:id="rId64"/>
                </p:custDataLst>
              </p:nvPr>
            </p:nvSpPr>
            <p:spPr>
              <a:xfrm>
                <a:off x="9996" y="4544"/>
                <a:ext cx="2111" cy="735"/>
              </a:xfrm>
              <a:custGeom>
                <a:avLst/>
                <a:gdLst>
                  <a:gd name="connisteX0" fmla="*/ 0 w 1739900"/>
                  <a:gd name="connsiteY0" fmla="*/ 453989 h 466689"/>
                  <a:gd name="connisteX1" fmla="*/ 101600 w 1739900"/>
                  <a:gd name="connsiteY1" fmla="*/ 447639 h 466689"/>
                  <a:gd name="connisteX2" fmla="*/ 178435 w 1739900"/>
                  <a:gd name="connsiteY2" fmla="*/ 434939 h 466689"/>
                  <a:gd name="connisteX3" fmla="*/ 254635 w 1739900"/>
                  <a:gd name="connsiteY3" fmla="*/ 427954 h 466689"/>
                  <a:gd name="connisteX4" fmla="*/ 325120 w 1739900"/>
                  <a:gd name="connsiteY4" fmla="*/ 427954 h 466689"/>
                  <a:gd name="connisteX5" fmla="*/ 394970 w 1739900"/>
                  <a:gd name="connsiteY5" fmla="*/ 415254 h 466689"/>
                  <a:gd name="connisteX6" fmla="*/ 459105 w 1739900"/>
                  <a:gd name="connsiteY6" fmla="*/ 389854 h 466689"/>
                  <a:gd name="connisteX7" fmla="*/ 535305 w 1739900"/>
                  <a:gd name="connsiteY7" fmla="*/ 326354 h 466689"/>
                  <a:gd name="connisteX8" fmla="*/ 617855 w 1739900"/>
                  <a:gd name="connsiteY8" fmla="*/ 288254 h 466689"/>
                  <a:gd name="connisteX9" fmla="*/ 688340 w 1739900"/>
                  <a:gd name="connsiteY9" fmla="*/ 230469 h 466689"/>
                  <a:gd name="connisteX10" fmla="*/ 739140 w 1739900"/>
                  <a:gd name="connsiteY10" fmla="*/ 147919 h 466689"/>
                  <a:gd name="connisteX11" fmla="*/ 764540 w 1739900"/>
                  <a:gd name="connsiteY11" fmla="*/ 71084 h 466689"/>
                  <a:gd name="connisteX12" fmla="*/ 828675 w 1739900"/>
                  <a:gd name="connsiteY12" fmla="*/ 64734 h 466689"/>
                  <a:gd name="connisteX13" fmla="*/ 904875 w 1739900"/>
                  <a:gd name="connsiteY13" fmla="*/ 20284 h 466689"/>
                  <a:gd name="connisteX14" fmla="*/ 974725 w 1739900"/>
                  <a:gd name="connsiteY14" fmla="*/ 1234 h 466689"/>
                  <a:gd name="connisteX15" fmla="*/ 1038860 w 1739900"/>
                  <a:gd name="connsiteY15" fmla="*/ 45684 h 466689"/>
                  <a:gd name="connisteX16" fmla="*/ 1089660 w 1739900"/>
                  <a:gd name="connsiteY16" fmla="*/ 109819 h 466689"/>
                  <a:gd name="connisteX17" fmla="*/ 1153795 w 1739900"/>
                  <a:gd name="connsiteY17" fmla="*/ 154269 h 466689"/>
                  <a:gd name="connisteX18" fmla="*/ 1223645 w 1739900"/>
                  <a:gd name="connsiteY18" fmla="*/ 198719 h 466689"/>
                  <a:gd name="connisteX19" fmla="*/ 1306195 w 1739900"/>
                  <a:gd name="connsiteY19" fmla="*/ 262854 h 466689"/>
                  <a:gd name="connisteX20" fmla="*/ 1370330 w 1739900"/>
                  <a:gd name="connsiteY20" fmla="*/ 307304 h 466689"/>
                  <a:gd name="connisteX21" fmla="*/ 1446530 w 1739900"/>
                  <a:gd name="connsiteY21" fmla="*/ 345404 h 466689"/>
                  <a:gd name="connisteX22" fmla="*/ 1510665 w 1739900"/>
                  <a:gd name="connsiteY22" fmla="*/ 377154 h 466689"/>
                  <a:gd name="connisteX23" fmla="*/ 1586865 w 1739900"/>
                  <a:gd name="connsiteY23" fmla="*/ 415254 h 466689"/>
                  <a:gd name="connisteX24" fmla="*/ 1663065 w 1739900"/>
                  <a:gd name="connsiteY24" fmla="*/ 434939 h 466689"/>
                  <a:gd name="connisteX25" fmla="*/ 1739900 w 1739900"/>
                  <a:gd name="connsiteY25" fmla="*/ 447639 h 466689"/>
                  <a:gd name="connisteX26" fmla="*/ 1663065 w 1739900"/>
                  <a:gd name="connsiteY26" fmla="*/ 466689 h 466689"/>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Lst>
                <a:rect l="l" t="t" r="r" b="b"/>
                <a:pathLst>
                  <a:path w="1739900" h="466690">
                    <a:moveTo>
                      <a:pt x="0" y="453990"/>
                    </a:moveTo>
                    <a:cubicBezTo>
                      <a:pt x="19050" y="452720"/>
                      <a:pt x="66040" y="451450"/>
                      <a:pt x="101600" y="447640"/>
                    </a:cubicBezTo>
                    <a:cubicBezTo>
                      <a:pt x="137160" y="443830"/>
                      <a:pt x="147955" y="438750"/>
                      <a:pt x="178435" y="434940"/>
                    </a:cubicBezTo>
                    <a:cubicBezTo>
                      <a:pt x="208915" y="431130"/>
                      <a:pt x="225425" y="429225"/>
                      <a:pt x="254635" y="427955"/>
                    </a:cubicBezTo>
                    <a:cubicBezTo>
                      <a:pt x="283845" y="426685"/>
                      <a:pt x="297180" y="430495"/>
                      <a:pt x="325120" y="427955"/>
                    </a:cubicBezTo>
                    <a:cubicBezTo>
                      <a:pt x="353060" y="425415"/>
                      <a:pt x="368300" y="422875"/>
                      <a:pt x="394970" y="415255"/>
                    </a:cubicBezTo>
                    <a:cubicBezTo>
                      <a:pt x="421640" y="407635"/>
                      <a:pt x="431165" y="407635"/>
                      <a:pt x="459105" y="389855"/>
                    </a:cubicBezTo>
                    <a:cubicBezTo>
                      <a:pt x="487045" y="372075"/>
                      <a:pt x="503555" y="346675"/>
                      <a:pt x="535305" y="326355"/>
                    </a:cubicBezTo>
                    <a:cubicBezTo>
                      <a:pt x="567055" y="306035"/>
                      <a:pt x="587375" y="307305"/>
                      <a:pt x="617855" y="288255"/>
                    </a:cubicBezTo>
                    <a:cubicBezTo>
                      <a:pt x="648335" y="269205"/>
                      <a:pt x="664210" y="258410"/>
                      <a:pt x="688340" y="230470"/>
                    </a:cubicBezTo>
                    <a:cubicBezTo>
                      <a:pt x="712470" y="202530"/>
                      <a:pt x="723900" y="179670"/>
                      <a:pt x="739140" y="147920"/>
                    </a:cubicBezTo>
                    <a:cubicBezTo>
                      <a:pt x="754380" y="116170"/>
                      <a:pt x="746760" y="87595"/>
                      <a:pt x="764540" y="71085"/>
                    </a:cubicBezTo>
                    <a:cubicBezTo>
                      <a:pt x="782320" y="54575"/>
                      <a:pt x="800735" y="74895"/>
                      <a:pt x="828675" y="64735"/>
                    </a:cubicBezTo>
                    <a:cubicBezTo>
                      <a:pt x="856615" y="54575"/>
                      <a:pt x="875665" y="32985"/>
                      <a:pt x="904875" y="20285"/>
                    </a:cubicBezTo>
                    <a:cubicBezTo>
                      <a:pt x="934085" y="7585"/>
                      <a:pt x="948055" y="-3845"/>
                      <a:pt x="974725" y="1235"/>
                    </a:cubicBezTo>
                    <a:cubicBezTo>
                      <a:pt x="1001395" y="6315"/>
                      <a:pt x="1016000" y="24095"/>
                      <a:pt x="1038860" y="45685"/>
                    </a:cubicBezTo>
                    <a:cubicBezTo>
                      <a:pt x="1061720" y="67275"/>
                      <a:pt x="1066800" y="88230"/>
                      <a:pt x="1089660" y="109820"/>
                    </a:cubicBezTo>
                    <a:cubicBezTo>
                      <a:pt x="1112520" y="131410"/>
                      <a:pt x="1127125" y="136490"/>
                      <a:pt x="1153795" y="154270"/>
                    </a:cubicBezTo>
                    <a:cubicBezTo>
                      <a:pt x="1180465" y="172050"/>
                      <a:pt x="1193165" y="177130"/>
                      <a:pt x="1223645" y="198720"/>
                    </a:cubicBezTo>
                    <a:cubicBezTo>
                      <a:pt x="1254125" y="220310"/>
                      <a:pt x="1276985" y="241265"/>
                      <a:pt x="1306195" y="262855"/>
                    </a:cubicBezTo>
                    <a:cubicBezTo>
                      <a:pt x="1335405" y="284445"/>
                      <a:pt x="1342390" y="290795"/>
                      <a:pt x="1370330" y="307305"/>
                    </a:cubicBezTo>
                    <a:cubicBezTo>
                      <a:pt x="1398270" y="323815"/>
                      <a:pt x="1418590" y="331435"/>
                      <a:pt x="1446530" y="345405"/>
                    </a:cubicBezTo>
                    <a:cubicBezTo>
                      <a:pt x="1474470" y="359375"/>
                      <a:pt x="1482725" y="363185"/>
                      <a:pt x="1510665" y="377155"/>
                    </a:cubicBezTo>
                    <a:cubicBezTo>
                      <a:pt x="1538605" y="391125"/>
                      <a:pt x="1556385" y="403825"/>
                      <a:pt x="1586865" y="415255"/>
                    </a:cubicBezTo>
                    <a:cubicBezTo>
                      <a:pt x="1617345" y="426685"/>
                      <a:pt x="1632585" y="428590"/>
                      <a:pt x="1663065" y="434940"/>
                    </a:cubicBezTo>
                    <a:cubicBezTo>
                      <a:pt x="1693545" y="441290"/>
                      <a:pt x="1739900" y="441290"/>
                      <a:pt x="1739900" y="447640"/>
                    </a:cubicBezTo>
                    <a:cubicBezTo>
                      <a:pt x="1739900" y="453990"/>
                      <a:pt x="1680210" y="462880"/>
                      <a:pt x="1663065" y="466690"/>
                    </a:cubicBezTo>
                  </a:path>
                </a:pathLst>
              </a:cu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任意多边形 16"/>
              <p:cNvSpPr/>
              <p:nvPr>
                <p:custDataLst>
                  <p:tags r:id="rId65"/>
                </p:custDataLst>
              </p:nvPr>
            </p:nvSpPr>
            <p:spPr>
              <a:xfrm>
                <a:off x="8199" y="3772"/>
                <a:ext cx="3794" cy="1467"/>
              </a:xfrm>
              <a:custGeom>
                <a:avLst/>
                <a:gdLst>
                  <a:gd name="connisteX0" fmla="*/ 0 w 2409190"/>
                  <a:gd name="connsiteY0" fmla="*/ 931474 h 931474"/>
                  <a:gd name="connisteX1" fmla="*/ 64135 w 2409190"/>
                  <a:gd name="connsiteY1" fmla="*/ 905439 h 931474"/>
                  <a:gd name="connisteX2" fmla="*/ 140335 w 2409190"/>
                  <a:gd name="connsiteY2" fmla="*/ 880039 h 931474"/>
                  <a:gd name="connisteX3" fmla="*/ 210185 w 2409190"/>
                  <a:gd name="connsiteY3" fmla="*/ 854639 h 931474"/>
                  <a:gd name="connisteX4" fmla="*/ 280670 w 2409190"/>
                  <a:gd name="connsiteY4" fmla="*/ 810189 h 931474"/>
                  <a:gd name="connisteX5" fmla="*/ 344170 w 2409190"/>
                  <a:gd name="connsiteY5" fmla="*/ 733354 h 931474"/>
                  <a:gd name="connisteX6" fmla="*/ 401955 w 2409190"/>
                  <a:gd name="connsiteY6" fmla="*/ 663504 h 931474"/>
                  <a:gd name="connisteX7" fmla="*/ 484505 w 2409190"/>
                  <a:gd name="connsiteY7" fmla="*/ 574604 h 931474"/>
                  <a:gd name="connisteX8" fmla="*/ 528955 w 2409190"/>
                  <a:gd name="connsiteY8" fmla="*/ 510469 h 931474"/>
                  <a:gd name="connisteX9" fmla="*/ 593090 w 2409190"/>
                  <a:gd name="connsiteY9" fmla="*/ 446969 h 931474"/>
                  <a:gd name="connisteX10" fmla="*/ 662940 w 2409190"/>
                  <a:gd name="connsiteY10" fmla="*/ 415219 h 931474"/>
                  <a:gd name="connisteX11" fmla="*/ 739775 w 2409190"/>
                  <a:gd name="connsiteY11" fmla="*/ 389184 h 931474"/>
                  <a:gd name="connisteX12" fmla="*/ 815975 w 2409190"/>
                  <a:gd name="connsiteY12" fmla="*/ 396169 h 931474"/>
                  <a:gd name="connisteX13" fmla="*/ 885825 w 2409190"/>
                  <a:gd name="connsiteY13" fmla="*/ 434269 h 931474"/>
                  <a:gd name="connisteX14" fmla="*/ 975360 w 2409190"/>
                  <a:gd name="connsiteY14" fmla="*/ 529519 h 931474"/>
                  <a:gd name="connisteX15" fmla="*/ 1051560 w 2409190"/>
                  <a:gd name="connsiteY15" fmla="*/ 580954 h 931474"/>
                  <a:gd name="connisteX16" fmla="*/ 1122045 w 2409190"/>
                  <a:gd name="connsiteY16" fmla="*/ 612704 h 931474"/>
                  <a:gd name="connisteX17" fmla="*/ 1204595 w 2409190"/>
                  <a:gd name="connsiteY17" fmla="*/ 619054 h 931474"/>
                  <a:gd name="connisteX18" fmla="*/ 1287780 w 2409190"/>
                  <a:gd name="connsiteY18" fmla="*/ 606354 h 931474"/>
                  <a:gd name="connisteX19" fmla="*/ 1363980 w 2409190"/>
                  <a:gd name="connsiteY19" fmla="*/ 580954 h 931474"/>
                  <a:gd name="connisteX20" fmla="*/ 1434465 w 2409190"/>
                  <a:gd name="connsiteY20" fmla="*/ 561269 h 931474"/>
                  <a:gd name="connisteX21" fmla="*/ 1504315 w 2409190"/>
                  <a:gd name="connsiteY21" fmla="*/ 523169 h 931474"/>
                  <a:gd name="connisteX22" fmla="*/ 1586865 w 2409190"/>
                  <a:gd name="connsiteY22" fmla="*/ 453319 h 931474"/>
                  <a:gd name="connisteX23" fmla="*/ 1663700 w 2409190"/>
                  <a:gd name="connsiteY23" fmla="*/ 402519 h 931474"/>
                  <a:gd name="connisteX24" fmla="*/ 1727200 w 2409190"/>
                  <a:gd name="connsiteY24" fmla="*/ 338384 h 931474"/>
                  <a:gd name="connisteX25" fmla="*/ 1797685 w 2409190"/>
                  <a:gd name="connsiteY25" fmla="*/ 268534 h 931474"/>
                  <a:gd name="connisteX26" fmla="*/ 1867535 w 2409190"/>
                  <a:gd name="connsiteY26" fmla="*/ 230434 h 931474"/>
                  <a:gd name="connisteX27" fmla="*/ 1937385 w 2409190"/>
                  <a:gd name="connsiteY27" fmla="*/ 172649 h 931474"/>
                  <a:gd name="connisteX28" fmla="*/ 1995170 w 2409190"/>
                  <a:gd name="connsiteY28" fmla="*/ 102799 h 931474"/>
                  <a:gd name="connisteX29" fmla="*/ 2065020 w 2409190"/>
                  <a:gd name="connsiteY29" fmla="*/ 83749 h 931474"/>
                  <a:gd name="connisteX30" fmla="*/ 2135505 w 2409190"/>
                  <a:gd name="connsiteY30" fmla="*/ 51999 h 931474"/>
                  <a:gd name="connisteX31" fmla="*/ 2205355 w 2409190"/>
                  <a:gd name="connsiteY31" fmla="*/ 19614 h 931474"/>
                  <a:gd name="connisteX32" fmla="*/ 2275205 w 2409190"/>
                  <a:gd name="connsiteY32" fmla="*/ 6914 h 931474"/>
                  <a:gd name="connisteX33" fmla="*/ 2339340 w 2409190"/>
                  <a:gd name="connsiteY33" fmla="*/ 564 h 931474"/>
                  <a:gd name="connisteX34" fmla="*/ 2409190 w 2409190"/>
                  <a:gd name="connsiteY34" fmla="*/ 564 h 931474"/>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Lst>
                <a:rect l="l" t="t" r="r" b="b"/>
                <a:pathLst>
                  <a:path w="2409190" h="931474">
                    <a:moveTo>
                      <a:pt x="0" y="931474"/>
                    </a:moveTo>
                    <a:cubicBezTo>
                      <a:pt x="11430" y="927029"/>
                      <a:pt x="36195" y="915599"/>
                      <a:pt x="64135" y="905439"/>
                    </a:cubicBezTo>
                    <a:cubicBezTo>
                      <a:pt x="92075" y="895279"/>
                      <a:pt x="111125" y="890199"/>
                      <a:pt x="140335" y="880039"/>
                    </a:cubicBezTo>
                    <a:cubicBezTo>
                      <a:pt x="169545" y="869879"/>
                      <a:pt x="182245" y="868609"/>
                      <a:pt x="210185" y="854639"/>
                    </a:cubicBezTo>
                    <a:cubicBezTo>
                      <a:pt x="238125" y="840669"/>
                      <a:pt x="254000" y="834319"/>
                      <a:pt x="280670" y="810189"/>
                    </a:cubicBezTo>
                    <a:cubicBezTo>
                      <a:pt x="307340" y="786059"/>
                      <a:pt x="320040" y="762564"/>
                      <a:pt x="344170" y="733354"/>
                    </a:cubicBezTo>
                    <a:cubicBezTo>
                      <a:pt x="368300" y="704144"/>
                      <a:pt x="374015" y="695254"/>
                      <a:pt x="401955" y="663504"/>
                    </a:cubicBezTo>
                    <a:cubicBezTo>
                      <a:pt x="429895" y="631754"/>
                      <a:pt x="459105" y="605084"/>
                      <a:pt x="484505" y="574604"/>
                    </a:cubicBezTo>
                    <a:cubicBezTo>
                      <a:pt x="509905" y="544124"/>
                      <a:pt x="507365" y="535869"/>
                      <a:pt x="528955" y="510469"/>
                    </a:cubicBezTo>
                    <a:cubicBezTo>
                      <a:pt x="550545" y="485069"/>
                      <a:pt x="566420" y="466019"/>
                      <a:pt x="593090" y="446969"/>
                    </a:cubicBezTo>
                    <a:cubicBezTo>
                      <a:pt x="619760" y="427919"/>
                      <a:pt x="633730" y="426649"/>
                      <a:pt x="662940" y="415219"/>
                    </a:cubicBezTo>
                    <a:cubicBezTo>
                      <a:pt x="692150" y="403789"/>
                      <a:pt x="709295" y="392994"/>
                      <a:pt x="739775" y="389184"/>
                    </a:cubicBezTo>
                    <a:cubicBezTo>
                      <a:pt x="770255" y="385374"/>
                      <a:pt x="786765" y="387279"/>
                      <a:pt x="815975" y="396169"/>
                    </a:cubicBezTo>
                    <a:cubicBezTo>
                      <a:pt x="845185" y="405059"/>
                      <a:pt x="854075" y="407599"/>
                      <a:pt x="885825" y="434269"/>
                    </a:cubicBezTo>
                    <a:cubicBezTo>
                      <a:pt x="917575" y="460939"/>
                      <a:pt x="942340" y="500309"/>
                      <a:pt x="975360" y="529519"/>
                    </a:cubicBezTo>
                    <a:cubicBezTo>
                      <a:pt x="1008380" y="558729"/>
                      <a:pt x="1022350" y="564444"/>
                      <a:pt x="1051560" y="580954"/>
                    </a:cubicBezTo>
                    <a:cubicBezTo>
                      <a:pt x="1080770" y="597464"/>
                      <a:pt x="1091565" y="605084"/>
                      <a:pt x="1122045" y="612704"/>
                    </a:cubicBezTo>
                    <a:cubicBezTo>
                      <a:pt x="1152525" y="620324"/>
                      <a:pt x="1171575" y="620324"/>
                      <a:pt x="1204595" y="619054"/>
                    </a:cubicBezTo>
                    <a:cubicBezTo>
                      <a:pt x="1237615" y="617784"/>
                      <a:pt x="1256030" y="613974"/>
                      <a:pt x="1287780" y="606354"/>
                    </a:cubicBezTo>
                    <a:cubicBezTo>
                      <a:pt x="1319530" y="598734"/>
                      <a:pt x="1334770" y="589844"/>
                      <a:pt x="1363980" y="580954"/>
                    </a:cubicBezTo>
                    <a:cubicBezTo>
                      <a:pt x="1393190" y="572064"/>
                      <a:pt x="1406525" y="572699"/>
                      <a:pt x="1434465" y="561269"/>
                    </a:cubicBezTo>
                    <a:cubicBezTo>
                      <a:pt x="1462405" y="549839"/>
                      <a:pt x="1473835" y="544759"/>
                      <a:pt x="1504315" y="523169"/>
                    </a:cubicBezTo>
                    <a:cubicBezTo>
                      <a:pt x="1534795" y="501579"/>
                      <a:pt x="1555115" y="477449"/>
                      <a:pt x="1586865" y="453319"/>
                    </a:cubicBezTo>
                    <a:cubicBezTo>
                      <a:pt x="1618615" y="429189"/>
                      <a:pt x="1635760" y="425379"/>
                      <a:pt x="1663700" y="402519"/>
                    </a:cubicBezTo>
                    <a:cubicBezTo>
                      <a:pt x="1691640" y="379659"/>
                      <a:pt x="1700530" y="365054"/>
                      <a:pt x="1727200" y="338384"/>
                    </a:cubicBezTo>
                    <a:cubicBezTo>
                      <a:pt x="1753870" y="311714"/>
                      <a:pt x="1769745" y="290124"/>
                      <a:pt x="1797685" y="268534"/>
                    </a:cubicBezTo>
                    <a:cubicBezTo>
                      <a:pt x="1825625" y="246944"/>
                      <a:pt x="1839595" y="249484"/>
                      <a:pt x="1867535" y="230434"/>
                    </a:cubicBezTo>
                    <a:cubicBezTo>
                      <a:pt x="1895475" y="211384"/>
                      <a:pt x="1911985" y="198049"/>
                      <a:pt x="1937385" y="172649"/>
                    </a:cubicBezTo>
                    <a:cubicBezTo>
                      <a:pt x="1962785" y="147249"/>
                      <a:pt x="1969770" y="120579"/>
                      <a:pt x="1995170" y="102799"/>
                    </a:cubicBezTo>
                    <a:cubicBezTo>
                      <a:pt x="2020570" y="85019"/>
                      <a:pt x="2037080" y="93909"/>
                      <a:pt x="2065020" y="83749"/>
                    </a:cubicBezTo>
                    <a:cubicBezTo>
                      <a:pt x="2092960" y="73589"/>
                      <a:pt x="2107565" y="64699"/>
                      <a:pt x="2135505" y="51999"/>
                    </a:cubicBezTo>
                    <a:cubicBezTo>
                      <a:pt x="2163445" y="39299"/>
                      <a:pt x="2177415" y="28504"/>
                      <a:pt x="2205355" y="19614"/>
                    </a:cubicBezTo>
                    <a:cubicBezTo>
                      <a:pt x="2233295" y="10724"/>
                      <a:pt x="2248535" y="10724"/>
                      <a:pt x="2275205" y="6914"/>
                    </a:cubicBezTo>
                    <a:cubicBezTo>
                      <a:pt x="2301875" y="3104"/>
                      <a:pt x="2312670" y="1834"/>
                      <a:pt x="2339340" y="564"/>
                    </a:cubicBezTo>
                    <a:cubicBezTo>
                      <a:pt x="2366010" y="-706"/>
                      <a:pt x="2396490" y="564"/>
                      <a:pt x="2409190" y="564"/>
                    </a:cubicBezTo>
                  </a:path>
                </a:pathLst>
              </a:custGeom>
              <a:noFill/>
              <a:ln>
                <a:solidFill>
                  <a:schemeClr val="accent4">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9" name="文本框 18"/>
            <p:cNvSpPr txBox="1"/>
            <p:nvPr>
              <p:custDataLst>
                <p:tags r:id="rId66"/>
              </p:custDataLst>
            </p:nvPr>
          </p:nvSpPr>
          <p:spPr>
            <a:xfrm>
              <a:off x="10574" y="2670"/>
              <a:ext cx="1016" cy="639"/>
            </a:xfrm>
            <a:prstGeom prst="rect">
              <a:avLst/>
            </a:prstGeom>
            <a:noFill/>
          </p:spPr>
          <p:txBody>
            <a:bodyPr wrap="square" rtlCol="0">
              <a:spAutoFit/>
            </a:bodyPr>
            <a:p>
              <a:r>
                <a:rPr lang="en-US" altLang="zh-CN" sz="1000">
                  <a:latin typeface="Times New Roman" panose="02020603050405020304" pitchFamily="18" charset="0"/>
                  <a:cs typeface="Times New Roman" panose="02020603050405020304" pitchFamily="18" charset="0"/>
                </a:rPr>
                <a:t>Freq.</a:t>
              </a:r>
              <a:endParaRPr lang="en-US" altLang="zh-CN" sz="1000">
                <a:latin typeface="Times New Roman" panose="02020603050405020304" pitchFamily="18" charset="0"/>
                <a:cs typeface="Times New Roman" panose="02020603050405020304" pitchFamily="18" charset="0"/>
              </a:endParaRPr>
            </a:p>
          </p:txBody>
        </p:sp>
        <p:sp>
          <p:nvSpPr>
            <p:cNvPr id="20" name="文本框 19"/>
            <p:cNvSpPr txBox="1"/>
            <p:nvPr>
              <p:custDataLst>
                <p:tags r:id="rId67"/>
              </p:custDataLst>
            </p:nvPr>
          </p:nvSpPr>
          <p:spPr>
            <a:xfrm>
              <a:off x="7605" y="316"/>
              <a:ext cx="1095" cy="639"/>
            </a:xfrm>
            <a:prstGeom prst="rect">
              <a:avLst/>
            </a:prstGeom>
            <a:noFill/>
          </p:spPr>
          <p:txBody>
            <a:bodyPr wrap="square" rtlCol="0">
              <a:spAutoFit/>
            </a:bodyPr>
            <a:p>
              <a:r>
                <a:rPr lang="en-US" altLang="zh-CN" sz="1000">
                  <a:latin typeface="Times New Roman" panose="02020603050405020304" pitchFamily="18" charset="0"/>
                  <a:cs typeface="Times New Roman" panose="02020603050405020304" pitchFamily="18" charset="0"/>
                </a:rPr>
                <a:t>Amp.</a:t>
              </a:r>
              <a:endParaRPr lang="en-US" altLang="zh-CN" sz="1000">
                <a:latin typeface="Times New Roman" panose="02020603050405020304" pitchFamily="18" charset="0"/>
                <a:cs typeface="Times New Roman" panose="02020603050405020304" pitchFamily="18" charset="0"/>
              </a:endParaRPr>
            </a:p>
          </p:txBody>
        </p:sp>
        <p:cxnSp>
          <p:nvCxnSpPr>
            <p:cNvPr id="21" name="直接连接符 20"/>
            <p:cNvCxnSpPr/>
            <p:nvPr>
              <p:custDataLst>
                <p:tags r:id="rId68"/>
              </p:custDataLst>
            </p:nvPr>
          </p:nvCxnSpPr>
          <p:spPr>
            <a:xfrm flipH="1">
              <a:off x="8215" y="961"/>
              <a:ext cx="46" cy="1637"/>
            </a:xfrm>
            <a:prstGeom prst="line">
              <a:avLst/>
            </a:prstGeom>
            <a:ln>
              <a:solidFill>
                <a:schemeClr val="bg1">
                  <a:lumMod val="75000"/>
                </a:schemeClr>
              </a:solidFill>
              <a:prstDash val="dash"/>
            </a:ln>
          </p:spPr>
          <p:style>
            <a:lnRef idx="2">
              <a:schemeClr val="accent1"/>
            </a:lnRef>
            <a:fillRef idx="0">
              <a:srgbClr val="FFFFFF"/>
            </a:fillRef>
            <a:effectRef idx="0">
              <a:srgbClr val="FFFFFF"/>
            </a:effectRef>
            <a:fontRef idx="minor">
              <a:schemeClr val="tx1"/>
            </a:fontRef>
          </p:style>
        </p:cxnSp>
        <p:graphicFrame>
          <p:nvGraphicFramePr>
            <p:cNvPr id="23" name="对象 22">
              <a:hlinkClick r:id="" action="ppaction://ole?verb=0"/>
            </p:cNvPr>
            <p:cNvGraphicFramePr>
              <a:graphicFrameLocks noChangeAspect="1"/>
            </p:cNvGraphicFramePr>
            <p:nvPr>
              <p:custDataLst>
                <p:tags r:id="rId69"/>
              </p:custDataLst>
            </p:nvPr>
          </p:nvGraphicFramePr>
          <p:xfrm>
            <a:off x="8065" y="2670"/>
            <a:ext cx="334" cy="485"/>
          </p:xfrm>
          <a:graphic>
            <a:graphicData uri="http://schemas.openxmlformats.org/presentationml/2006/ole">
              <mc:AlternateContent xmlns:mc="http://schemas.openxmlformats.org/markup-compatibility/2006">
                <mc:Choice xmlns:v="urn:schemas-microsoft-com:vml" Requires="v">
                  <p:oleObj spid="_x0000_s168" name="" r:id="rId70" imgW="190500" imgH="228600" progId="Equation.DSMT4">
                    <p:embed/>
                  </p:oleObj>
                </mc:Choice>
                <mc:Fallback>
                  <p:oleObj name="" r:id="rId70" imgW="190500" imgH="228600" progId="Equation.DSMT4">
                    <p:embed/>
                    <p:pic>
                      <p:nvPicPr>
                        <p:cNvPr id="0" name="图片 1024"/>
                        <p:cNvPicPr/>
                        <p:nvPr/>
                      </p:nvPicPr>
                      <p:blipFill>
                        <a:blip r:embed="rId71"/>
                        <a:stretch>
                          <a:fillRect/>
                        </a:stretch>
                      </p:blipFill>
                      <p:spPr>
                        <a:xfrm>
                          <a:off x="8065" y="2670"/>
                          <a:ext cx="334" cy="485"/>
                        </a:xfrm>
                        <a:prstGeom prst="rect">
                          <a:avLst/>
                        </a:prstGeom>
                      </p:spPr>
                    </p:pic>
                  </p:oleObj>
                </mc:Fallback>
              </mc:AlternateContent>
            </a:graphicData>
          </a:graphic>
        </p:graphicFrame>
        <p:cxnSp>
          <p:nvCxnSpPr>
            <p:cNvPr id="24" name="直接连接符 23"/>
            <p:cNvCxnSpPr/>
            <p:nvPr>
              <p:custDataLst>
                <p:tags r:id="rId72"/>
              </p:custDataLst>
            </p:nvPr>
          </p:nvCxnSpPr>
          <p:spPr>
            <a:xfrm>
              <a:off x="9217" y="814"/>
              <a:ext cx="5" cy="1756"/>
            </a:xfrm>
            <a:prstGeom prst="line">
              <a:avLst/>
            </a:prstGeom>
            <a:ln>
              <a:solidFill>
                <a:schemeClr val="bg1">
                  <a:lumMod val="75000"/>
                </a:schemeClr>
              </a:solidFill>
              <a:prstDash val="dash"/>
            </a:ln>
          </p:spPr>
          <p:style>
            <a:lnRef idx="2">
              <a:schemeClr val="accent1"/>
            </a:lnRef>
            <a:fillRef idx="0">
              <a:srgbClr val="FFFFFF"/>
            </a:fillRef>
            <a:effectRef idx="0">
              <a:srgbClr val="FFFFFF"/>
            </a:effectRef>
            <a:fontRef idx="minor">
              <a:schemeClr val="tx1"/>
            </a:fontRef>
          </p:style>
        </p:cxnSp>
        <p:graphicFrame>
          <p:nvGraphicFramePr>
            <p:cNvPr id="25" name="对象 24">
              <a:hlinkClick r:id="" action="ppaction://ole?verb=0"/>
            </p:cNvPr>
            <p:cNvGraphicFramePr>
              <a:graphicFrameLocks noChangeAspect="1"/>
            </p:cNvGraphicFramePr>
            <p:nvPr>
              <p:custDataLst>
                <p:tags r:id="rId73"/>
              </p:custDataLst>
            </p:nvPr>
          </p:nvGraphicFramePr>
          <p:xfrm>
            <a:off x="9046" y="2670"/>
            <a:ext cx="311" cy="485"/>
          </p:xfrm>
          <a:graphic>
            <a:graphicData uri="http://schemas.openxmlformats.org/presentationml/2006/ole">
              <mc:AlternateContent xmlns:mc="http://schemas.openxmlformats.org/markup-compatibility/2006">
                <mc:Choice xmlns:v="urn:schemas-microsoft-com:vml" Requires="v">
                  <p:oleObj spid="_x0000_s4" name="" r:id="rId74" imgW="177165" imgH="228600" progId="Equation.DSMT4">
                    <p:embed/>
                  </p:oleObj>
                </mc:Choice>
                <mc:Fallback>
                  <p:oleObj name="" r:id="rId74" imgW="177165" imgH="228600" progId="Equation.DSMT4">
                    <p:embed/>
                    <p:pic>
                      <p:nvPicPr>
                        <p:cNvPr id="0" name="图片 1024"/>
                        <p:cNvPicPr/>
                        <p:nvPr/>
                      </p:nvPicPr>
                      <p:blipFill>
                        <a:blip r:embed="rId75"/>
                        <a:stretch>
                          <a:fillRect/>
                        </a:stretch>
                      </p:blipFill>
                      <p:spPr>
                        <a:xfrm>
                          <a:off x="9046" y="2670"/>
                          <a:ext cx="311" cy="485"/>
                        </a:xfrm>
                        <a:prstGeom prst="rect">
                          <a:avLst/>
                        </a:prstGeom>
                      </p:spPr>
                    </p:pic>
                  </p:oleObj>
                </mc:Fallback>
              </mc:AlternateContent>
            </a:graphicData>
          </a:graphic>
        </p:graphicFrame>
        <p:graphicFrame>
          <p:nvGraphicFramePr>
            <p:cNvPr id="28" name="对象 27">
              <a:hlinkClick r:id="" action="ppaction://ole?verb=0"/>
            </p:cNvPr>
            <p:cNvGraphicFramePr>
              <a:graphicFrameLocks noChangeAspect="1"/>
            </p:cNvGraphicFramePr>
            <p:nvPr>
              <p:custDataLst>
                <p:tags r:id="rId76"/>
              </p:custDataLst>
            </p:nvPr>
          </p:nvGraphicFramePr>
          <p:xfrm>
            <a:off x="10201" y="2670"/>
            <a:ext cx="334" cy="485"/>
          </p:xfrm>
          <a:graphic>
            <a:graphicData uri="http://schemas.openxmlformats.org/presentationml/2006/ole">
              <mc:AlternateContent xmlns:mc="http://schemas.openxmlformats.org/markup-compatibility/2006">
                <mc:Choice xmlns:v="urn:schemas-microsoft-com:vml" Requires="v">
                  <p:oleObj spid="_x0000_s5" name="" r:id="rId77" imgW="190500" imgH="228600" progId="Equation.DSMT4">
                    <p:embed/>
                  </p:oleObj>
                </mc:Choice>
                <mc:Fallback>
                  <p:oleObj name="" r:id="rId77" imgW="190500" imgH="228600" progId="Equation.DSMT4">
                    <p:embed/>
                    <p:pic>
                      <p:nvPicPr>
                        <p:cNvPr id="0" name="图片 1024"/>
                        <p:cNvPicPr/>
                        <p:nvPr/>
                      </p:nvPicPr>
                      <p:blipFill>
                        <a:blip r:embed="rId78"/>
                        <a:stretch>
                          <a:fillRect/>
                        </a:stretch>
                      </p:blipFill>
                      <p:spPr>
                        <a:xfrm>
                          <a:off x="10201" y="2670"/>
                          <a:ext cx="334" cy="485"/>
                        </a:xfrm>
                        <a:prstGeom prst="rect">
                          <a:avLst/>
                        </a:prstGeom>
                      </p:spPr>
                    </p:pic>
                  </p:oleObj>
                </mc:Fallback>
              </mc:AlternateContent>
            </a:graphicData>
          </a:graphic>
        </p:graphicFrame>
        <p:cxnSp>
          <p:nvCxnSpPr>
            <p:cNvPr id="30" name="直接连接符 29"/>
            <p:cNvCxnSpPr/>
            <p:nvPr>
              <p:custDataLst>
                <p:tags r:id="rId79"/>
              </p:custDataLst>
            </p:nvPr>
          </p:nvCxnSpPr>
          <p:spPr>
            <a:xfrm flipH="1">
              <a:off x="10275" y="1349"/>
              <a:ext cx="15" cy="1290"/>
            </a:xfrm>
            <a:prstGeom prst="line">
              <a:avLst/>
            </a:prstGeom>
            <a:ln>
              <a:solidFill>
                <a:schemeClr val="bg1">
                  <a:lumMod val="75000"/>
                </a:schemeClr>
              </a:solidFill>
              <a:prstDash val="sysDash"/>
            </a:ln>
          </p:spPr>
          <p:style>
            <a:lnRef idx="2">
              <a:schemeClr val="accent1"/>
            </a:lnRef>
            <a:fillRef idx="0">
              <a:srgbClr val="FFFFFF"/>
            </a:fillRef>
            <a:effectRef idx="0">
              <a:srgbClr val="FFFFFF"/>
            </a:effectRef>
            <a:fontRef idx="minor">
              <a:schemeClr val="tx1"/>
            </a:fontRef>
          </p:style>
        </p:cxnSp>
        <p:sp>
          <p:nvSpPr>
            <p:cNvPr id="56" name="圆角矩形 55"/>
            <p:cNvSpPr/>
            <p:nvPr/>
          </p:nvSpPr>
          <p:spPr>
            <a:xfrm>
              <a:off x="7790" y="2741"/>
              <a:ext cx="1789" cy="412"/>
            </a:xfrm>
            <a:prstGeom prst="roundRect">
              <a:avLst/>
            </a:prstGeom>
            <a:no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76" name="组合 75"/>
          <p:cNvGrpSpPr/>
          <p:nvPr/>
        </p:nvGrpSpPr>
        <p:grpSpPr>
          <a:xfrm rot="0">
            <a:off x="5266055" y="3108960"/>
            <a:ext cx="1868805" cy="1359535"/>
            <a:chOff x="6954" y="6853"/>
            <a:chExt cx="4039" cy="3060"/>
          </a:xfrm>
        </p:grpSpPr>
        <p:cxnSp>
          <p:nvCxnSpPr>
            <p:cNvPr id="204" name="直接连接符 203"/>
            <p:cNvCxnSpPr/>
            <p:nvPr>
              <p:custDataLst>
                <p:tags r:id="rId80"/>
              </p:custDataLst>
            </p:nvPr>
          </p:nvCxnSpPr>
          <p:spPr>
            <a:xfrm flipV="1">
              <a:off x="7020" y="9144"/>
              <a:ext cx="3280" cy="29"/>
            </a:xfrm>
            <a:prstGeom prst="line">
              <a:avLst/>
            </a:prstGeom>
            <a:ln w="19050">
              <a:solidFill>
                <a:schemeClr val="tx1"/>
              </a:solidFill>
              <a:tailEnd type="triangle"/>
            </a:ln>
          </p:spPr>
          <p:style>
            <a:lnRef idx="2">
              <a:schemeClr val="accent1"/>
            </a:lnRef>
            <a:fillRef idx="0">
              <a:srgbClr val="FFFFFF"/>
            </a:fillRef>
            <a:effectRef idx="0">
              <a:srgbClr val="FFFFFF"/>
            </a:effectRef>
            <a:fontRef idx="minor">
              <a:schemeClr val="tx1"/>
            </a:fontRef>
          </p:style>
        </p:cxnSp>
        <p:cxnSp>
          <p:nvCxnSpPr>
            <p:cNvPr id="205" name="直接连接符 204"/>
            <p:cNvCxnSpPr/>
            <p:nvPr>
              <p:custDataLst>
                <p:tags r:id="rId81"/>
              </p:custDataLst>
            </p:nvPr>
          </p:nvCxnSpPr>
          <p:spPr>
            <a:xfrm flipH="1" flipV="1">
              <a:off x="7020" y="7050"/>
              <a:ext cx="15" cy="2124"/>
            </a:xfrm>
            <a:prstGeom prst="line">
              <a:avLst/>
            </a:prstGeom>
            <a:ln w="19050">
              <a:solidFill>
                <a:schemeClr val="tx1"/>
              </a:solidFill>
              <a:tailEnd type="triangle"/>
            </a:ln>
          </p:spPr>
          <p:style>
            <a:lnRef idx="2">
              <a:schemeClr val="accent1"/>
            </a:lnRef>
            <a:fillRef idx="0">
              <a:srgbClr val="FFFFFF"/>
            </a:fillRef>
            <a:effectRef idx="0">
              <a:srgbClr val="FFFFFF"/>
            </a:effectRef>
            <a:fontRef idx="minor">
              <a:schemeClr val="tx1"/>
            </a:fontRef>
          </p:style>
        </p:cxnSp>
        <p:sp>
          <p:nvSpPr>
            <p:cNvPr id="211" name="文本框 210"/>
            <p:cNvSpPr txBox="1"/>
            <p:nvPr>
              <p:custDataLst>
                <p:tags r:id="rId82"/>
              </p:custDataLst>
            </p:nvPr>
          </p:nvSpPr>
          <p:spPr>
            <a:xfrm>
              <a:off x="9977" y="9143"/>
              <a:ext cx="1016" cy="770"/>
            </a:xfrm>
            <a:prstGeom prst="rect">
              <a:avLst/>
            </a:prstGeom>
            <a:noFill/>
          </p:spPr>
          <p:txBody>
            <a:bodyPr wrap="square" rtlCol="0">
              <a:noAutofit/>
            </a:bodyPr>
            <a:p>
              <a:r>
                <a:rPr lang="en-US" altLang="zh-CN" sz="1000">
                  <a:latin typeface="Times New Roman" panose="02020603050405020304" pitchFamily="18" charset="0"/>
                  <a:cs typeface="Times New Roman" panose="02020603050405020304" pitchFamily="18" charset="0"/>
                </a:rPr>
                <a:t>Freq.</a:t>
              </a:r>
              <a:endParaRPr lang="en-US" altLang="zh-CN" sz="1000">
                <a:latin typeface="Times New Roman" panose="02020603050405020304" pitchFamily="18" charset="0"/>
                <a:cs typeface="Times New Roman" panose="02020603050405020304" pitchFamily="18" charset="0"/>
              </a:endParaRPr>
            </a:p>
          </p:txBody>
        </p:sp>
        <p:sp>
          <p:nvSpPr>
            <p:cNvPr id="212" name="文本框 211"/>
            <p:cNvSpPr txBox="1"/>
            <p:nvPr>
              <p:custDataLst>
                <p:tags r:id="rId83"/>
              </p:custDataLst>
            </p:nvPr>
          </p:nvSpPr>
          <p:spPr>
            <a:xfrm>
              <a:off x="7004" y="6853"/>
              <a:ext cx="1095" cy="560"/>
            </a:xfrm>
            <a:prstGeom prst="rect">
              <a:avLst/>
            </a:prstGeom>
            <a:noFill/>
          </p:spPr>
          <p:txBody>
            <a:bodyPr wrap="square" rtlCol="0">
              <a:noAutofit/>
            </a:bodyPr>
            <a:p>
              <a:r>
                <a:rPr lang="en-US" altLang="zh-CN" sz="1000">
                  <a:latin typeface="Times New Roman" panose="02020603050405020304" pitchFamily="18" charset="0"/>
                  <a:cs typeface="Times New Roman" panose="02020603050405020304" pitchFamily="18" charset="0"/>
                </a:rPr>
                <a:t>Amp.</a:t>
              </a:r>
              <a:endParaRPr lang="en-US" altLang="zh-CN" sz="1000">
                <a:latin typeface="Times New Roman" panose="02020603050405020304" pitchFamily="18" charset="0"/>
                <a:cs typeface="Times New Roman" panose="02020603050405020304" pitchFamily="18" charset="0"/>
              </a:endParaRPr>
            </a:p>
          </p:txBody>
        </p:sp>
        <p:cxnSp>
          <p:nvCxnSpPr>
            <p:cNvPr id="213" name="直接连接符 212"/>
            <p:cNvCxnSpPr/>
            <p:nvPr>
              <p:custDataLst>
                <p:tags r:id="rId84"/>
              </p:custDataLst>
            </p:nvPr>
          </p:nvCxnSpPr>
          <p:spPr>
            <a:xfrm>
              <a:off x="7588" y="7653"/>
              <a:ext cx="0" cy="1449"/>
            </a:xfrm>
            <a:prstGeom prst="line">
              <a:avLst/>
            </a:prstGeom>
            <a:ln>
              <a:solidFill>
                <a:schemeClr val="bg1">
                  <a:lumMod val="75000"/>
                </a:schemeClr>
              </a:solidFill>
              <a:prstDash val="dash"/>
            </a:ln>
          </p:spPr>
          <p:style>
            <a:lnRef idx="2">
              <a:schemeClr val="accent1"/>
            </a:lnRef>
            <a:fillRef idx="0">
              <a:srgbClr val="FFFFFF"/>
            </a:fillRef>
            <a:effectRef idx="0">
              <a:srgbClr val="FFFFFF"/>
            </a:effectRef>
            <a:fontRef idx="minor">
              <a:schemeClr val="tx1"/>
            </a:fontRef>
          </p:style>
        </p:cxnSp>
        <p:graphicFrame>
          <p:nvGraphicFramePr>
            <p:cNvPr id="214" name="对象 213">
              <a:hlinkClick r:id="" action="ppaction://ole?verb=0"/>
            </p:cNvPr>
            <p:cNvGraphicFramePr>
              <a:graphicFrameLocks noChangeAspect="1"/>
            </p:cNvGraphicFramePr>
            <p:nvPr>
              <p:custDataLst>
                <p:tags r:id="rId85"/>
              </p:custDataLst>
            </p:nvPr>
          </p:nvGraphicFramePr>
          <p:xfrm>
            <a:off x="8003" y="9127"/>
            <a:ext cx="334" cy="485"/>
          </p:xfrm>
          <a:graphic>
            <a:graphicData uri="http://schemas.openxmlformats.org/presentationml/2006/ole">
              <mc:AlternateContent xmlns:mc="http://schemas.openxmlformats.org/markup-compatibility/2006">
                <mc:Choice xmlns:v="urn:schemas-microsoft-com:vml" Requires="v">
                  <p:oleObj spid="_x0000_s215" name="" r:id="rId86" imgW="190500" imgH="228600" progId="Equation.DSMT4">
                    <p:embed/>
                  </p:oleObj>
                </mc:Choice>
                <mc:Fallback>
                  <p:oleObj name="" r:id="rId86" imgW="190500" imgH="228600" progId="Equation.DSMT4">
                    <p:embed/>
                    <p:pic>
                      <p:nvPicPr>
                        <p:cNvPr id="0" name="图片 1024"/>
                        <p:cNvPicPr/>
                        <p:nvPr/>
                      </p:nvPicPr>
                      <p:blipFill>
                        <a:blip r:embed="rId71"/>
                        <a:stretch>
                          <a:fillRect/>
                        </a:stretch>
                      </p:blipFill>
                      <p:spPr>
                        <a:xfrm>
                          <a:off x="8003" y="9127"/>
                          <a:ext cx="334" cy="485"/>
                        </a:xfrm>
                        <a:prstGeom prst="rect">
                          <a:avLst/>
                        </a:prstGeom>
                      </p:spPr>
                    </p:pic>
                  </p:oleObj>
                </mc:Fallback>
              </mc:AlternateContent>
            </a:graphicData>
          </a:graphic>
        </p:graphicFrame>
        <p:graphicFrame>
          <p:nvGraphicFramePr>
            <p:cNvPr id="216" name="对象 215">
              <a:hlinkClick r:id="" action="ppaction://ole?verb=0"/>
            </p:cNvPr>
            <p:cNvGraphicFramePr>
              <a:graphicFrameLocks noChangeAspect="1"/>
            </p:cNvGraphicFramePr>
            <p:nvPr>
              <p:custDataLst>
                <p:tags r:id="rId87"/>
              </p:custDataLst>
            </p:nvPr>
          </p:nvGraphicFramePr>
          <p:xfrm>
            <a:off x="7418" y="9119"/>
            <a:ext cx="311" cy="485"/>
          </p:xfrm>
          <a:graphic>
            <a:graphicData uri="http://schemas.openxmlformats.org/presentationml/2006/ole">
              <mc:AlternateContent xmlns:mc="http://schemas.openxmlformats.org/markup-compatibility/2006">
                <mc:Choice xmlns:v="urn:schemas-microsoft-com:vml" Requires="v">
                  <p:oleObj spid="_x0000_s217" name="" r:id="rId88" imgW="177165" imgH="228600" progId="Equation.DSMT4">
                    <p:embed/>
                  </p:oleObj>
                </mc:Choice>
                <mc:Fallback>
                  <p:oleObj name="" r:id="rId88" imgW="177165" imgH="228600" progId="Equation.DSMT4">
                    <p:embed/>
                    <p:pic>
                      <p:nvPicPr>
                        <p:cNvPr id="0" name="图片 1024"/>
                        <p:cNvPicPr/>
                        <p:nvPr/>
                      </p:nvPicPr>
                      <p:blipFill>
                        <a:blip r:embed="rId75"/>
                        <a:stretch>
                          <a:fillRect/>
                        </a:stretch>
                      </p:blipFill>
                      <p:spPr>
                        <a:xfrm>
                          <a:off x="7418" y="9119"/>
                          <a:ext cx="311" cy="485"/>
                        </a:xfrm>
                        <a:prstGeom prst="rect">
                          <a:avLst/>
                        </a:prstGeom>
                      </p:spPr>
                    </p:pic>
                  </p:oleObj>
                </mc:Fallback>
              </mc:AlternateContent>
            </a:graphicData>
          </a:graphic>
        </p:graphicFrame>
        <p:sp>
          <p:nvSpPr>
            <p:cNvPr id="252" name="任意多边形 251"/>
            <p:cNvSpPr/>
            <p:nvPr>
              <p:custDataLst>
                <p:tags r:id="rId89"/>
              </p:custDataLst>
            </p:nvPr>
          </p:nvSpPr>
          <p:spPr>
            <a:xfrm>
              <a:off x="7056" y="7608"/>
              <a:ext cx="3069" cy="1149"/>
            </a:xfrm>
            <a:custGeom>
              <a:avLst/>
              <a:gdLst>
                <a:gd name="connisteX0" fmla="*/ 0 w 1784350"/>
                <a:gd name="connsiteY0" fmla="*/ 631790 h 631790"/>
                <a:gd name="connisteX1" fmla="*/ 14605 w 1784350"/>
                <a:gd name="connsiteY1" fmla="*/ 565750 h 631790"/>
                <a:gd name="connisteX2" fmla="*/ 29210 w 1784350"/>
                <a:gd name="connsiteY2" fmla="*/ 500345 h 631790"/>
                <a:gd name="connisteX3" fmla="*/ 66040 w 1784350"/>
                <a:gd name="connsiteY3" fmla="*/ 434305 h 631790"/>
                <a:gd name="connisteX4" fmla="*/ 102235 w 1784350"/>
                <a:gd name="connsiteY4" fmla="*/ 361280 h 631790"/>
                <a:gd name="connisteX5" fmla="*/ 139065 w 1784350"/>
                <a:gd name="connsiteY5" fmla="*/ 295240 h 631790"/>
                <a:gd name="connisteX6" fmla="*/ 175895 w 1784350"/>
                <a:gd name="connsiteY6" fmla="*/ 222215 h 631790"/>
                <a:gd name="connisteX7" fmla="*/ 219710 w 1784350"/>
                <a:gd name="connsiteY7" fmla="*/ 149190 h 631790"/>
                <a:gd name="connisteX8" fmla="*/ 263525 w 1784350"/>
                <a:gd name="connsiteY8" fmla="*/ 68545 h 631790"/>
                <a:gd name="connisteX9" fmla="*/ 299720 w 1784350"/>
                <a:gd name="connsiteY9" fmla="*/ 2505 h 631790"/>
                <a:gd name="connisteX10" fmla="*/ 365760 w 1784350"/>
                <a:gd name="connsiteY10" fmla="*/ 24730 h 631790"/>
                <a:gd name="connisteX11" fmla="*/ 431800 w 1784350"/>
                <a:gd name="connsiteY11" fmla="*/ 76165 h 631790"/>
                <a:gd name="connisteX12" fmla="*/ 497205 w 1784350"/>
                <a:gd name="connsiteY12" fmla="*/ 76165 h 631790"/>
                <a:gd name="connisteX13" fmla="*/ 563245 w 1784350"/>
                <a:gd name="connsiteY13" fmla="*/ 68545 h 631790"/>
                <a:gd name="connisteX14" fmla="*/ 621665 w 1784350"/>
                <a:gd name="connsiteY14" fmla="*/ 134585 h 631790"/>
                <a:gd name="connisteX15" fmla="*/ 621665 w 1784350"/>
                <a:gd name="connsiteY15" fmla="*/ 199990 h 631790"/>
                <a:gd name="connisteX16" fmla="*/ 629285 w 1784350"/>
                <a:gd name="connsiteY16" fmla="*/ 266030 h 631790"/>
                <a:gd name="connisteX17" fmla="*/ 738505 w 1784350"/>
                <a:gd name="connsiteY17" fmla="*/ 368265 h 631790"/>
                <a:gd name="connisteX18" fmla="*/ 819150 w 1784350"/>
                <a:gd name="connsiteY18" fmla="*/ 412080 h 631790"/>
                <a:gd name="connisteX19" fmla="*/ 885190 w 1784350"/>
                <a:gd name="connsiteY19" fmla="*/ 455895 h 631790"/>
                <a:gd name="connisteX20" fmla="*/ 972820 w 1784350"/>
                <a:gd name="connsiteY20" fmla="*/ 478120 h 631790"/>
                <a:gd name="connisteX21" fmla="*/ 1038860 w 1784350"/>
                <a:gd name="connsiteY21" fmla="*/ 485740 h 631790"/>
                <a:gd name="connisteX22" fmla="*/ 1104265 w 1784350"/>
                <a:gd name="connsiteY22" fmla="*/ 492725 h 631790"/>
                <a:gd name="connisteX23" fmla="*/ 1170305 w 1784350"/>
                <a:gd name="connsiteY23" fmla="*/ 492725 h 631790"/>
                <a:gd name="connisteX24" fmla="*/ 1236345 w 1784350"/>
                <a:gd name="connsiteY24" fmla="*/ 492725 h 631790"/>
                <a:gd name="connisteX25" fmla="*/ 1309370 w 1784350"/>
                <a:gd name="connsiteY25" fmla="*/ 492725 h 631790"/>
                <a:gd name="connisteX26" fmla="*/ 1374775 w 1784350"/>
                <a:gd name="connsiteY26" fmla="*/ 492725 h 631790"/>
                <a:gd name="connisteX27" fmla="*/ 1448435 w 1784350"/>
                <a:gd name="connsiteY27" fmla="*/ 485740 h 631790"/>
                <a:gd name="connisteX28" fmla="*/ 1521460 w 1784350"/>
                <a:gd name="connsiteY28" fmla="*/ 485740 h 631790"/>
                <a:gd name="connisteX29" fmla="*/ 1586865 w 1784350"/>
                <a:gd name="connsiteY29" fmla="*/ 463515 h 631790"/>
                <a:gd name="connisteX30" fmla="*/ 1652905 w 1784350"/>
                <a:gd name="connsiteY30" fmla="*/ 448910 h 631790"/>
                <a:gd name="connisteX31" fmla="*/ 1718945 w 1784350"/>
                <a:gd name="connsiteY31" fmla="*/ 419700 h 631790"/>
                <a:gd name="connisteX32" fmla="*/ 1784350 w 1784350"/>
                <a:gd name="connsiteY32" fmla="*/ 405095 h 63179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Lst>
              <a:rect l="l" t="t" r="r" b="b"/>
              <a:pathLst>
                <a:path w="1784350" h="631791">
                  <a:moveTo>
                    <a:pt x="0" y="631791"/>
                  </a:moveTo>
                  <a:cubicBezTo>
                    <a:pt x="2540" y="619726"/>
                    <a:pt x="8890" y="591786"/>
                    <a:pt x="14605" y="565751"/>
                  </a:cubicBezTo>
                  <a:cubicBezTo>
                    <a:pt x="20320" y="539716"/>
                    <a:pt x="19050" y="526381"/>
                    <a:pt x="29210" y="500346"/>
                  </a:cubicBezTo>
                  <a:cubicBezTo>
                    <a:pt x="39370" y="474311"/>
                    <a:pt x="51435" y="462246"/>
                    <a:pt x="66040" y="434306"/>
                  </a:cubicBezTo>
                  <a:cubicBezTo>
                    <a:pt x="80645" y="406366"/>
                    <a:pt x="87630" y="389221"/>
                    <a:pt x="102235" y="361281"/>
                  </a:cubicBezTo>
                  <a:cubicBezTo>
                    <a:pt x="116840" y="333341"/>
                    <a:pt x="124460" y="323181"/>
                    <a:pt x="139065" y="295241"/>
                  </a:cubicBezTo>
                  <a:cubicBezTo>
                    <a:pt x="153670" y="267301"/>
                    <a:pt x="160020" y="251426"/>
                    <a:pt x="175895" y="222216"/>
                  </a:cubicBezTo>
                  <a:cubicBezTo>
                    <a:pt x="191770" y="193006"/>
                    <a:pt x="201930" y="179671"/>
                    <a:pt x="219710" y="149191"/>
                  </a:cubicBezTo>
                  <a:cubicBezTo>
                    <a:pt x="237490" y="118711"/>
                    <a:pt x="247650" y="97756"/>
                    <a:pt x="263525" y="68546"/>
                  </a:cubicBezTo>
                  <a:cubicBezTo>
                    <a:pt x="279400" y="39336"/>
                    <a:pt x="279400" y="11396"/>
                    <a:pt x="299720" y="2506"/>
                  </a:cubicBezTo>
                  <a:cubicBezTo>
                    <a:pt x="320040" y="-6384"/>
                    <a:pt x="339090" y="10126"/>
                    <a:pt x="365760" y="24731"/>
                  </a:cubicBezTo>
                  <a:cubicBezTo>
                    <a:pt x="392430" y="39336"/>
                    <a:pt x="405765" y="66006"/>
                    <a:pt x="431800" y="76166"/>
                  </a:cubicBezTo>
                  <a:cubicBezTo>
                    <a:pt x="457835" y="86326"/>
                    <a:pt x="471170" y="77436"/>
                    <a:pt x="497205" y="76166"/>
                  </a:cubicBezTo>
                  <a:cubicBezTo>
                    <a:pt x="523240" y="74896"/>
                    <a:pt x="538480" y="57116"/>
                    <a:pt x="563245" y="68546"/>
                  </a:cubicBezTo>
                  <a:cubicBezTo>
                    <a:pt x="588010" y="79976"/>
                    <a:pt x="610235" y="108551"/>
                    <a:pt x="621665" y="134586"/>
                  </a:cubicBezTo>
                  <a:cubicBezTo>
                    <a:pt x="633095" y="160621"/>
                    <a:pt x="620395" y="173956"/>
                    <a:pt x="621665" y="199991"/>
                  </a:cubicBezTo>
                  <a:cubicBezTo>
                    <a:pt x="622935" y="226026"/>
                    <a:pt x="605790" y="232376"/>
                    <a:pt x="629285" y="266031"/>
                  </a:cubicBezTo>
                  <a:cubicBezTo>
                    <a:pt x="652780" y="299686"/>
                    <a:pt x="700405" y="339056"/>
                    <a:pt x="738505" y="368266"/>
                  </a:cubicBezTo>
                  <a:cubicBezTo>
                    <a:pt x="776605" y="397476"/>
                    <a:pt x="789940" y="394301"/>
                    <a:pt x="819150" y="412081"/>
                  </a:cubicBezTo>
                  <a:cubicBezTo>
                    <a:pt x="848360" y="429861"/>
                    <a:pt x="854710" y="442561"/>
                    <a:pt x="885190" y="455896"/>
                  </a:cubicBezTo>
                  <a:cubicBezTo>
                    <a:pt x="915670" y="469231"/>
                    <a:pt x="942340" y="472406"/>
                    <a:pt x="972820" y="478121"/>
                  </a:cubicBezTo>
                  <a:cubicBezTo>
                    <a:pt x="1003300" y="483836"/>
                    <a:pt x="1012825" y="482566"/>
                    <a:pt x="1038860" y="485741"/>
                  </a:cubicBezTo>
                  <a:cubicBezTo>
                    <a:pt x="1064895" y="488916"/>
                    <a:pt x="1078230" y="491456"/>
                    <a:pt x="1104265" y="492726"/>
                  </a:cubicBezTo>
                  <a:cubicBezTo>
                    <a:pt x="1130300" y="493996"/>
                    <a:pt x="1143635" y="492726"/>
                    <a:pt x="1170305" y="492726"/>
                  </a:cubicBezTo>
                  <a:cubicBezTo>
                    <a:pt x="1196975" y="492726"/>
                    <a:pt x="1208405" y="492726"/>
                    <a:pt x="1236345" y="492726"/>
                  </a:cubicBezTo>
                  <a:cubicBezTo>
                    <a:pt x="1264285" y="492726"/>
                    <a:pt x="1281430" y="492726"/>
                    <a:pt x="1309370" y="492726"/>
                  </a:cubicBezTo>
                  <a:cubicBezTo>
                    <a:pt x="1337310" y="492726"/>
                    <a:pt x="1346835" y="493996"/>
                    <a:pt x="1374775" y="492726"/>
                  </a:cubicBezTo>
                  <a:cubicBezTo>
                    <a:pt x="1402715" y="491456"/>
                    <a:pt x="1419225" y="487011"/>
                    <a:pt x="1448435" y="485741"/>
                  </a:cubicBezTo>
                  <a:cubicBezTo>
                    <a:pt x="1477645" y="484471"/>
                    <a:pt x="1493520" y="490186"/>
                    <a:pt x="1521460" y="485741"/>
                  </a:cubicBezTo>
                  <a:cubicBezTo>
                    <a:pt x="1549400" y="481296"/>
                    <a:pt x="1560830" y="471136"/>
                    <a:pt x="1586865" y="463516"/>
                  </a:cubicBezTo>
                  <a:cubicBezTo>
                    <a:pt x="1612900" y="455896"/>
                    <a:pt x="1626235" y="457801"/>
                    <a:pt x="1652905" y="448911"/>
                  </a:cubicBezTo>
                  <a:cubicBezTo>
                    <a:pt x="1679575" y="440021"/>
                    <a:pt x="1692910" y="428591"/>
                    <a:pt x="1718945" y="419701"/>
                  </a:cubicBezTo>
                  <a:cubicBezTo>
                    <a:pt x="1744980" y="410811"/>
                    <a:pt x="1772285" y="407636"/>
                    <a:pt x="1784350" y="405096"/>
                  </a:cubicBezTo>
                </a:path>
              </a:pathLst>
            </a:custGeom>
            <a:no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3" name="任意多边形 252"/>
            <p:cNvSpPr/>
            <p:nvPr>
              <p:custDataLst>
                <p:tags r:id="rId90"/>
              </p:custDataLst>
            </p:nvPr>
          </p:nvSpPr>
          <p:spPr>
            <a:xfrm>
              <a:off x="7056" y="7514"/>
              <a:ext cx="3346" cy="1171"/>
            </a:xfrm>
            <a:custGeom>
              <a:avLst/>
              <a:gdLst>
                <a:gd name="connisteX0" fmla="*/ 0 w 1945640"/>
                <a:gd name="connsiteY0" fmla="*/ 534035 h 643890"/>
                <a:gd name="connisteX1" fmla="*/ 80645 w 1945640"/>
                <a:gd name="connsiteY1" fmla="*/ 527050 h 643890"/>
                <a:gd name="connisteX2" fmla="*/ 161290 w 1945640"/>
                <a:gd name="connsiteY2" fmla="*/ 512445 h 643890"/>
                <a:gd name="connisteX3" fmla="*/ 241935 w 1945640"/>
                <a:gd name="connsiteY3" fmla="*/ 504825 h 643890"/>
                <a:gd name="connisteX4" fmla="*/ 307340 w 1945640"/>
                <a:gd name="connsiteY4" fmla="*/ 475615 h 643890"/>
                <a:gd name="connisteX5" fmla="*/ 344170 w 1945640"/>
                <a:gd name="connsiteY5" fmla="*/ 402590 h 643890"/>
                <a:gd name="connisteX6" fmla="*/ 402590 w 1945640"/>
                <a:gd name="connsiteY6" fmla="*/ 336550 h 643890"/>
                <a:gd name="connisteX7" fmla="*/ 438785 w 1945640"/>
                <a:gd name="connsiteY7" fmla="*/ 263525 h 643890"/>
                <a:gd name="connisteX8" fmla="*/ 446405 w 1945640"/>
                <a:gd name="connsiteY8" fmla="*/ 197485 h 643890"/>
                <a:gd name="connisteX9" fmla="*/ 483235 w 1945640"/>
                <a:gd name="connsiteY9" fmla="*/ 132080 h 643890"/>
                <a:gd name="connisteX10" fmla="*/ 541655 w 1945640"/>
                <a:gd name="connsiteY10" fmla="*/ 66040 h 643890"/>
                <a:gd name="connisteX11" fmla="*/ 577850 w 1945640"/>
                <a:gd name="connsiteY11" fmla="*/ 0 h 643890"/>
                <a:gd name="connisteX12" fmla="*/ 621665 w 1945640"/>
                <a:gd name="connsiteY12" fmla="*/ 66040 h 643890"/>
                <a:gd name="connisteX13" fmla="*/ 666115 w 1945640"/>
                <a:gd name="connsiteY13" fmla="*/ 132080 h 643890"/>
                <a:gd name="connisteX14" fmla="*/ 731520 w 1945640"/>
                <a:gd name="connsiteY14" fmla="*/ 182880 h 643890"/>
                <a:gd name="connisteX15" fmla="*/ 782955 w 1945640"/>
                <a:gd name="connsiteY15" fmla="*/ 248920 h 643890"/>
                <a:gd name="connisteX16" fmla="*/ 848360 w 1945640"/>
                <a:gd name="connsiteY16" fmla="*/ 300355 h 643890"/>
                <a:gd name="connisteX17" fmla="*/ 885190 w 1945640"/>
                <a:gd name="connsiteY17" fmla="*/ 365760 h 643890"/>
                <a:gd name="connisteX18" fmla="*/ 951230 w 1945640"/>
                <a:gd name="connsiteY18" fmla="*/ 409575 h 643890"/>
                <a:gd name="connisteX19" fmla="*/ 1016635 w 1945640"/>
                <a:gd name="connsiteY19" fmla="*/ 424180 h 643890"/>
                <a:gd name="connisteX20" fmla="*/ 1090295 w 1945640"/>
                <a:gd name="connsiteY20" fmla="*/ 431800 h 643890"/>
                <a:gd name="connisteX21" fmla="*/ 1155700 w 1945640"/>
                <a:gd name="connsiteY21" fmla="*/ 438785 h 643890"/>
                <a:gd name="connisteX22" fmla="*/ 1221740 w 1945640"/>
                <a:gd name="connsiteY22" fmla="*/ 424180 h 643890"/>
                <a:gd name="connisteX23" fmla="*/ 1287780 w 1945640"/>
                <a:gd name="connsiteY23" fmla="*/ 358775 h 643890"/>
                <a:gd name="connisteX24" fmla="*/ 1323975 w 1945640"/>
                <a:gd name="connsiteY24" fmla="*/ 292735 h 643890"/>
                <a:gd name="connisteX25" fmla="*/ 1390015 w 1945640"/>
                <a:gd name="connsiteY25" fmla="*/ 271145 h 643890"/>
                <a:gd name="connisteX26" fmla="*/ 1455420 w 1945640"/>
                <a:gd name="connsiteY26" fmla="*/ 263525 h 643890"/>
                <a:gd name="connisteX27" fmla="*/ 1521460 w 1945640"/>
                <a:gd name="connsiteY27" fmla="*/ 271145 h 643890"/>
                <a:gd name="connisteX28" fmla="*/ 1594485 w 1945640"/>
                <a:gd name="connsiteY28" fmla="*/ 321945 h 643890"/>
                <a:gd name="connisteX29" fmla="*/ 1660525 w 1945640"/>
                <a:gd name="connsiteY29" fmla="*/ 373380 h 643890"/>
                <a:gd name="connisteX30" fmla="*/ 1726565 w 1945640"/>
                <a:gd name="connsiteY30" fmla="*/ 402590 h 643890"/>
                <a:gd name="connisteX31" fmla="*/ 1748155 w 1945640"/>
                <a:gd name="connsiteY31" fmla="*/ 468630 h 643890"/>
                <a:gd name="connisteX32" fmla="*/ 1770380 w 1945640"/>
                <a:gd name="connsiteY32" fmla="*/ 541655 h 643890"/>
                <a:gd name="connisteX33" fmla="*/ 1814195 w 1945640"/>
                <a:gd name="connsiteY33" fmla="*/ 607060 h 643890"/>
                <a:gd name="connisteX34" fmla="*/ 1879600 w 1945640"/>
                <a:gd name="connsiteY34" fmla="*/ 621665 h 643890"/>
                <a:gd name="connisteX35" fmla="*/ 1945640 w 1945640"/>
                <a:gd name="connsiteY35" fmla="*/ 643890 h 64389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Lst>
              <a:rect l="l" t="t" r="r" b="b"/>
              <a:pathLst>
                <a:path w="1945640" h="643890">
                  <a:moveTo>
                    <a:pt x="0" y="534035"/>
                  </a:moveTo>
                  <a:cubicBezTo>
                    <a:pt x="14605" y="532765"/>
                    <a:pt x="48260" y="531495"/>
                    <a:pt x="80645" y="527050"/>
                  </a:cubicBezTo>
                  <a:cubicBezTo>
                    <a:pt x="113030" y="522605"/>
                    <a:pt x="128905" y="516890"/>
                    <a:pt x="161290" y="512445"/>
                  </a:cubicBezTo>
                  <a:cubicBezTo>
                    <a:pt x="193675" y="508000"/>
                    <a:pt x="212725" y="512445"/>
                    <a:pt x="241935" y="504825"/>
                  </a:cubicBezTo>
                  <a:cubicBezTo>
                    <a:pt x="271145" y="497205"/>
                    <a:pt x="287020" y="495935"/>
                    <a:pt x="307340" y="475615"/>
                  </a:cubicBezTo>
                  <a:cubicBezTo>
                    <a:pt x="327660" y="455295"/>
                    <a:pt x="325120" y="430530"/>
                    <a:pt x="344170" y="402590"/>
                  </a:cubicBezTo>
                  <a:cubicBezTo>
                    <a:pt x="363220" y="374650"/>
                    <a:pt x="383540" y="364490"/>
                    <a:pt x="402590" y="336550"/>
                  </a:cubicBezTo>
                  <a:cubicBezTo>
                    <a:pt x="421640" y="308610"/>
                    <a:pt x="429895" y="291465"/>
                    <a:pt x="438785" y="263525"/>
                  </a:cubicBezTo>
                  <a:cubicBezTo>
                    <a:pt x="447675" y="235585"/>
                    <a:pt x="437515" y="223520"/>
                    <a:pt x="446405" y="197485"/>
                  </a:cubicBezTo>
                  <a:cubicBezTo>
                    <a:pt x="455295" y="171450"/>
                    <a:pt x="464185" y="158115"/>
                    <a:pt x="483235" y="132080"/>
                  </a:cubicBezTo>
                  <a:cubicBezTo>
                    <a:pt x="502285" y="106045"/>
                    <a:pt x="522605" y="92710"/>
                    <a:pt x="541655" y="66040"/>
                  </a:cubicBezTo>
                  <a:cubicBezTo>
                    <a:pt x="560705" y="39370"/>
                    <a:pt x="561975" y="0"/>
                    <a:pt x="577850" y="0"/>
                  </a:cubicBezTo>
                  <a:cubicBezTo>
                    <a:pt x="593725" y="0"/>
                    <a:pt x="603885" y="39370"/>
                    <a:pt x="621665" y="66040"/>
                  </a:cubicBezTo>
                  <a:cubicBezTo>
                    <a:pt x="639445" y="92710"/>
                    <a:pt x="643890" y="108585"/>
                    <a:pt x="666115" y="132080"/>
                  </a:cubicBezTo>
                  <a:cubicBezTo>
                    <a:pt x="688340" y="155575"/>
                    <a:pt x="708025" y="159385"/>
                    <a:pt x="731520" y="182880"/>
                  </a:cubicBezTo>
                  <a:cubicBezTo>
                    <a:pt x="755015" y="206375"/>
                    <a:pt x="759460" y="225425"/>
                    <a:pt x="782955" y="248920"/>
                  </a:cubicBezTo>
                  <a:cubicBezTo>
                    <a:pt x="806450" y="272415"/>
                    <a:pt x="828040" y="276860"/>
                    <a:pt x="848360" y="300355"/>
                  </a:cubicBezTo>
                  <a:cubicBezTo>
                    <a:pt x="868680" y="323850"/>
                    <a:pt x="864870" y="344170"/>
                    <a:pt x="885190" y="365760"/>
                  </a:cubicBezTo>
                  <a:cubicBezTo>
                    <a:pt x="905510" y="387350"/>
                    <a:pt x="925195" y="398145"/>
                    <a:pt x="951230" y="409575"/>
                  </a:cubicBezTo>
                  <a:cubicBezTo>
                    <a:pt x="977265" y="421005"/>
                    <a:pt x="988695" y="419735"/>
                    <a:pt x="1016635" y="424180"/>
                  </a:cubicBezTo>
                  <a:cubicBezTo>
                    <a:pt x="1044575" y="428625"/>
                    <a:pt x="1062355" y="428625"/>
                    <a:pt x="1090295" y="431800"/>
                  </a:cubicBezTo>
                  <a:cubicBezTo>
                    <a:pt x="1118235" y="434975"/>
                    <a:pt x="1129665" y="440055"/>
                    <a:pt x="1155700" y="438785"/>
                  </a:cubicBezTo>
                  <a:cubicBezTo>
                    <a:pt x="1181735" y="437515"/>
                    <a:pt x="1195070" y="440055"/>
                    <a:pt x="1221740" y="424180"/>
                  </a:cubicBezTo>
                  <a:cubicBezTo>
                    <a:pt x="1248410" y="408305"/>
                    <a:pt x="1267460" y="384810"/>
                    <a:pt x="1287780" y="358775"/>
                  </a:cubicBezTo>
                  <a:cubicBezTo>
                    <a:pt x="1308100" y="332740"/>
                    <a:pt x="1303655" y="310515"/>
                    <a:pt x="1323975" y="292735"/>
                  </a:cubicBezTo>
                  <a:cubicBezTo>
                    <a:pt x="1344295" y="274955"/>
                    <a:pt x="1363980" y="276860"/>
                    <a:pt x="1390015" y="271145"/>
                  </a:cubicBezTo>
                  <a:cubicBezTo>
                    <a:pt x="1416050" y="265430"/>
                    <a:pt x="1429385" y="263525"/>
                    <a:pt x="1455420" y="263525"/>
                  </a:cubicBezTo>
                  <a:cubicBezTo>
                    <a:pt x="1481455" y="263525"/>
                    <a:pt x="1493520" y="259715"/>
                    <a:pt x="1521460" y="271145"/>
                  </a:cubicBezTo>
                  <a:cubicBezTo>
                    <a:pt x="1549400" y="282575"/>
                    <a:pt x="1566545" y="301625"/>
                    <a:pt x="1594485" y="321945"/>
                  </a:cubicBezTo>
                  <a:cubicBezTo>
                    <a:pt x="1622425" y="342265"/>
                    <a:pt x="1633855" y="357505"/>
                    <a:pt x="1660525" y="373380"/>
                  </a:cubicBezTo>
                  <a:cubicBezTo>
                    <a:pt x="1687195" y="389255"/>
                    <a:pt x="1708785" y="383540"/>
                    <a:pt x="1726565" y="402590"/>
                  </a:cubicBezTo>
                  <a:cubicBezTo>
                    <a:pt x="1744345" y="421640"/>
                    <a:pt x="1739265" y="440690"/>
                    <a:pt x="1748155" y="468630"/>
                  </a:cubicBezTo>
                  <a:cubicBezTo>
                    <a:pt x="1757045" y="496570"/>
                    <a:pt x="1757045" y="513715"/>
                    <a:pt x="1770380" y="541655"/>
                  </a:cubicBezTo>
                  <a:cubicBezTo>
                    <a:pt x="1783715" y="569595"/>
                    <a:pt x="1792605" y="591185"/>
                    <a:pt x="1814195" y="607060"/>
                  </a:cubicBezTo>
                  <a:cubicBezTo>
                    <a:pt x="1835785" y="622935"/>
                    <a:pt x="1853565" y="614045"/>
                    <a:pt x="1879600" y="621665"/>
                  </a:cubicBezTo>
                  <a:cubicBezTo>
                    <a:pt x="1905635" y="629285"/>
                    <a:pt x="1933575" y="639445"/>
                    <a:pt x="1945640" y="643890"/>
                  </a:cubicBezTo>
                </a:path>
              </a:pathLst>
            </a:cu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54" name="直接连接符 253"/>
            <p:cNvCxnSpPr/>
            <p:nvPr>
              <p:custDataLst>
                <p:tags r:id="rId91"/>
              </p:custDataLst>
            </p:nvPr>
          </p:nvCxnSpPr>
          <p:spPr>
            <a:xfrm>
              <a:off x="8058" y="7566"/>
              <a:ext cx="41" cy="1671"/>
            </a:xfrm>
            <a:prstGeom prst="line">
              <a:avLst/>
            </a:prstGeom>
            <a:ln>
              <a:solidFill>
                <a:schemeClr val="bg1">
                  <a:lumMod val="75000"/>
                </a:schemeClr>
              </a:solidFill>
              <a:prstDash val="dash"/>
            </a:ln>
          </p:spPr>
          <p:style>
            <a:lnRef idx="2">
              <a:schemeClr val="accent1"/>
            </a:lnRef>
            <a:fillRef idx="0">
              <a:srgbClr val="FFFFFF"/>
            </a:fillRef>
            <a:effectRef idx="0">
              <a:srgbClr val="FFFFFF"/>
            </a:effectRef>
            <a:fontRef idx="minor">
              <a:schemeClr val="tx1"/>
            </a:fontRef>
          </p:style>
        </p:cxnSp>
        <p:sp>
          <p:nvSpPr>
            <p:cNvPr id="256" name="任意多边形 255"/>
            <p:cNvSpPr/>
            <p:nvPr>
              <p:custDataLst>
                <p:tags r:id="rId92"/>
              </p:custDataLst>
            </p:nvPr>
          </p:nvSpPr>
          <p:spPr>
            <a:xfrm>
              <a:off x="7282" y="7441"/>
              <a:ext cx="3031" cy="1396"/>
            </a:xfrm>
            <a:custGeom>
              <a:avLst/>
              <a:gdLst>
                <a:gd name="connisteX0" fmla="*/ 0 w 1762760"/>
                <a:gd name="connsiteY0" fmla="*/ 767715 h 767715"/>
                <a:gd name="connisteX1" fmla="*/ 73660 w 1762760"/>
                <a:gd name="connsiteY1" fmla="*/ 753110 h 767715"/>
                <a:gd name="connisteX2" fmla="*/ 139065 w 1762760"/>
                <a:gd name="connsiteY2" fmla="*/ 745490 h 767715"/>
                <a:gd name="connisteX3" fmla="*/ 227330 w 1762760"/>
                <a:gd name="connsiteY3" fmla="*/ 723900 h 767715"/>
                <a:gd name="connisteX4" fmla="*/ 292735 w 1762760"/>
                <a:gd name="connsiteY4" fmla="*/ 716280 h 767715"/>
                <a:gd name="connisteX5" fmla="*/ 358775 w 1762760"/>
                <a:gd name="connsiteY5" fmla="*/ 709295 h 767715"/>
                <a:gd name="connisteX6" fmla="*/ 424180 w 1762760"/>
                <a:gd name="connsiteY6" fmla="*/ 694690 h 767715"/>
                <a:gd name="connisteX7" fmla="*/ 497840 w 1762760"/>
                <a:gd name="connsiteY7" fmla="*/ 665480 h 767715"/>
                <a:gd name="connisteX8" fmla="*/ 563245 w 1762760"/>
                <a:gd name="connsiteY8" fmla="*/ 643255 h 767715"/>
                <a:gd name="connisteX9" fmla="*/ 629285 w 1762760"/>
                <a:gd name="connsiteY9" fmla="*/ 599440 h 767715"/>
                <a:gd name="connisteX10" fmla="*/ 695325 w 1762760"/>
                <a:gd name="connsiteY10" fmla="*/ 555625 h 767715"/>
                <a:gd name="connisteX11" fmla="*/ 760730 w 1762760"/>
                <a:gd name="connsiteY11" fmla="*/ 526415 h 767715"/>
                <a:gd name="connisteX12" fmla="*/ 826770 w 1762760"/>
                <a:gd name="connsiteY12" fmla="*/ 474980 h 767715"/>
                <a:gd name="connisteX13" fmla="*/ 892810 w 1762760"/>
                <a:gd name="connsiteY13" fmla="*/ 431165 h 767715"/>
                <a:gd name="connisteX14" fmla="*/ 965835 w 1762760"/>
                <a:gd name="connsiteY14" fmla="*/ 387350 h 767715"/>
                <a:gd name="connisteX15" fmla="*/ 1031240 w 1762760"/>
                <a:gd name="connsiteY15" fmla="*/ 335915 h 767715"/>
                <a:gd name="connisteX16" fmla="*/ 1090295 w 1762760"/>
                <a:gd name="connsiteY16" fmla="*/ 270510 h 767715"/>
                <a:gd name="connisteX17" fmla="*/ 1148715 w 1762760"/>
                <a:gd name="connsiteY17" fmla="*/ 204470 h 767715"/>
                <a:gd name="connisteX18" fmla="*/ 1214120 w 1762760"/>
                <a:gd name="connsiteY18" fmla="*/ 160655 h 767715"/>
                <a:gd name="connisteX19" fmla="*/ 1280160 w 1762760"/>
                <a:gd name="connsiteY19" fmla="*/ 123825 h 767715"/>
                <a:gd name="connisteX20" fmla="*/ 1353185 w 1762760"/>
                <a:gd name="connsiteY20" fmla="*/ 102235 h 767715"/>
                <a:gd name="connisteX21" fmla="*/ 1419225 w 1762760"/>
                <a:gd name="connsiteY21" fmla="*/ 73025 h 767715"/>
                <a:gd name="connisteX22" fmla="*/ 1492250 w 1762760"/>
                <a:gd name="connsiteY22" fmla="*/ 43815 h 767715"/>
                <a:gd name="connisteX23" fmla="*/ 1565275 w 1762760"/>
                <a:gd name="connsiteY23" fmla="*/ 36195 h 767715"/>
                <a:gd name="connisteX24" fmla="*/ 1631315 w 1762760"/>
                <a:gd name="connsiteY24" fmla="*/ 29210 h 767715"/>
                <a:gd name="connisteX25" fmla="*/ 1697355 w 1762760"/>
                <a:gd name="connsiteY25" fmla="*/ 21590 h 767715"/>
                <a:gd name="connisteX26" fmla="*/ 1762760 w 1762760"/>
                <a:gd name="connsiteY26" fmla="*/ 0 h 76771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Lst>
              <a:rect l="l" t="t" r="r" b="b"/>
              <a:pathLst>
                <a:path w="1762760" h="767715">
                  <a:moveTo>
                    <a:pt x="0" y="767715"/>
                  </a:moveTo>
                  <a:cubicBezTo>
                    <a:pt x="13335" y="765175"/>
                    <a:pt x="45720" y="757555"/>
                    <a:pt x="73660" y="753110"/>
                  </a:cubicBezTo>
                  <a:cubicBezTo>
                    <a:pt x="101600" y="748665"/>
                    <a:pt x="108585" y="751205"/>
                    <a:pt x="139065" y="745490"/>
                  </a:cubicBezTo>
                  <a:cubicBezTo>
                    <a:pt x="169545" y="739775"/>
                    <a:pt x="196850" y="729615"/>
                    <a:pt x="227330" y="723900"/>
                  </a:cubicBezTo>
                  <a:cubicBezTo>
                    <a:pt x="257810" y="718185"/>
                    <a:pt x="266700" y="719455"/>
                    <a:pt x="292735" y="716280"/>
                  </a:cubicBezTo>
                  <a:cubicBezTo>
                    <a:pt x="318770" y="713105"/>
                    <a:pt x="332740" y="713740"/>
                    <a:pt x="358775" y="709295"/>
                  </a:cubicBezTo>
                  <a:cubicBezTo>
                    <a:pt x="384810" y="704850"/>
                    <a:pt x="396240" y="703580"/>
                    <a:pt x="424180" y="694690"/>
                  </a:cubicBezTo>
                  <a:cubicBezTo>
                    <a:pt x="452120" y="685800"/>
                    <a:pt x="469900" y="675640"/>
                    <a:pt x="497840" y="665480"/>
                  </a:cubicBezTo>
                  <a:cubicBezTo>
                    <a:pt x="525780" y="655320"/>
                    <a:pt x="537210" y="656590"/>
                    <a:pt x="563245" y="643255"/>
                  </a:cubicBezTo>
                  <a:cubicBezTo>
                    <a:pt x="589280" y="629920"/>
                    <a:pt x="602615" y="617220"/>
                    <a:pt x="629285" y="599440"/>
                  </a:cubicBezTo>
                  <a:cubicBezTo>
                    <a:pt x="655955" y="581660"/>
                    <a:pt x="669290" y="570230"/>
                    <a:pt x="695325" y="555625"/>
                  </a:cubicBezTo>
                  <a:cubicBezTo>
                    <a:pt x="721360" y="541020"/>
                    <a:pt x="734695" y="542290"/>
                    <a:pt x="760730" y="526415"/>
                  </a:cubicBezTo>
                  <a:cubicBezTo>
                    <a:pt x="786765" y="510540"/>
                    <a:pt x="800100" y="494030"/>
                    <a:pt x="826770" y="474980"/>
                  </a:cubicBezTo>
                  <a:cubicBezTo>
                    <a:pt x="853440" y="455930"/>
                    <a:pt x="864870" y="448945"/>
                    <a:pt x="892810" y="431165"/>
                  </a:cubicBezTo>
                  <a:cubicBezTo>
                    <a:pt x="920750" y="413385"/>
                    <a:pt x="937895" y="406400"/>
                    <a:pt x="965835" y="387350"/>
                  </a:cubicBezTo>
                  <a:cubicBezTo>
                    <a:pt x="993775" y="368300"/>
                    <a:pt x="1006475" y="359410"/>
                    <a:pt x="1031240" y="335915"/>
                  </a:cubicBezTo>
                  <a:cubicBezTo>
                    <a:pt x="1056005" y="312420"/>
                    <a:pt x="1066800" y="296545"/>
                    <a:pt x="1090295" y="270510"/>
                  </a:cubicBezTo>
                  <a:cubicBezTo>
                    <a:pt x="1113790" y="244475"/>
                    <a:pt x="1123950" y="226695"/>
                    <a:pt x="1148715" y="204470"/>
                  </a:cubicBezTo>
                  <a:cubicBezTo>
                    <a:pt x="1173480" y="182245"/>
                    <a:pt x="1188085" y="176530"/>
                    <a:pt x="1214120" y="160655"/>
                  </a:cubicBezTo>
                  <a:cubicBezTo>
                    <a:pt x="1240155" y="144780"/>
                    <a:pt x="1252220" y="135255"/>
                    <a:pt x="1280160" y="123825"/>
                  </a:cubicBezTo>
                  <a:cubicBezTo>
                    <a:pt x="1308100" y="112395"/>
                    <a:pt x="1325245" y="112395"/>
                    <a:pt x="1353185" y="102235"/>
                  </a:cubicBezTo>
                  <a:cubicBezTo>
                    <a:pt x="1381125" y="92075"/>
                    <a:pt x="1391285" y="84455"/>
                    <a:pt x="1419225" y="73025"/>
                  </a:cubicBezTo>
                  <a:cubicBezTo>
                    <a:pt x="1447165" y="61595"/>
                    <a:pt x="1463040" y="51435"/>
                    <a:pt x="1492250" y="43815"/>
                  </a:cubicBezTo>
                  <a:cubicBezTo>
                    <a:pt x="1521460" y="36195"/>
                    <a:pt x="1537335" y="39370"/>
                    <a:pt x="1565275" y="36195"/>
                  </a:cubicBezTo>
                  <a:cubicBezTo>
                    <a:pt x="1593215" y="33020"/>
                    <a:pt x="1604645" y="32385"/>
                    <a:pt x="1631315" y="29210"/>
                  </a:cubicBezTo>
                  <a:cubicBezTo>
                    <a:pt x="1657985" y="26035"/>
                    <a:pt x="1671320" y="27305"/>
                    <a:pt x="1697355" y="21590"/>
                  </a:cubicBezTo>
                  <a:cubicBezTo>
                    <a:pt x="1723390" y="15875"/>
                    <a:pt x="1750695" y="4445"/>
                    <a:pt x="1762760" y="0"/>
                  </a:cubicBezTo>
                </a:path>
              </a:pathLst>
            </a:custGeom>
            <a:noFill/>
            <a:ln>
              <a:solidFill>
                <a:schemeClr val="accent4">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aphicFrame>
          <p:nvGraphicFramePr>
            <p:cNvPr id="257" name="对象 256">
              <a:hlinkClick r:id="" action="ppaction://ole?verb=0"/>
            </p:cNvPr>
            <p:cNvGraphicFramePr>
              <a:graphicFrameLocks noChangeAspect="1"/>
            </p:cNvGraphicFramePr>
            <p:nvPr>
              <p:custDataLst>
                <p:tags r:id="rId93"/>
              </p:custDataLst>
            </p:nvPr>
          </p:nvGraphicFramePr>
          <p:xfrm>
            <a:off x="9790" y="9097"/>
            <a:ext cx="361" cy="534"/>
          </p:xfrm>
          <a:graphic>
            <a:graphicData uri="http://schemas.openxmlformats.org/presentationml/2006/ole">
              <mc:AlternateContent xmlns:mc="http://schemas.openxmlformats.org/markup-compatibility/2006">
                <mc:Choice xmlns:v="urn:schemas-microsoft-com:vml" Requires="v">
                  <p:oleObj spid="_x0000_s258" name="" r:id="rId94" imgW="190500" imgH="241300" progId="Equation.DSMT4">
                    <p:embed/>
                  </p:oleObj>
                </mc:Choice>
                <mc:Fallback>
                  <p:oleObj name="" r:id="rId94" imgW="190500" imgH="241300" progId="Equation.DSMT4">
                    <p:embed/>
                    <p:pic>
                      <p:nvPicPr>
                        <p:cNvPr id="0" name="图片 1024"/>
                        <p:cNvPicPr/>
                        <p:nvPr/>
                      </p:nvPicPr>
                      <p:blipFill>
                        <a:blip r:embed="rId13"/>
                        <a:stretch>
                          <a:fillRect/>
                        </a:stretch>
                      </p:blipFill>
                      <p:spPr>
                        <a:xfrm>
                          <a:off x="9790" y="9097"/>
                          <a:ext cx="361" cy="534"/>
                        </a:xfrm>
                        <a:prstGeom prst="rect">
                          <a:avLst/>
                        </a:prstGeom>
                      </p:spPr>
                    </p:pic>
                  </p:oleObj>
                </mc:Fallback>
              </mc:AlternateContent>
            </a:graphicData>
          </a:graphic>
        </p:graphicFrame>
        <p:cxnSp>
          <p:nvCxnSpPr>
            <p:cNvPr id="259" name="直接连接符 258"/>
            <p:cNvCxnSpPr/>
            <p:nvPr>
              <p:custDataLst>
                <p:tags r:id="rId95"/>
              </p:custDataLst>
            </p:nvPr>
          </p:nvCxnSpPr>
          <p:spPr>
            <a:xfrm>
              <a:off x="9970" y="7554"/>
              <a:ext cx="3" cy="1589"/>
            </a:xfrm>
            <a:prstGeom prst="line">
              <a:avLst/>
            </a:prstGeom>
            <a:ln>
              <a:solidFill>
                <a:schemeClr val="bg1">
                  <a:lumMod val="75000"/>
                </a:schemeClr>
              </a:solidFill>
              <a:prstDash val="dash"/>
            </a:ln>
          </p:spPr>
          <p:style>
            <a:lnRef idx="2">
              <a:schemeClr val="accent1"/>
            </a:lnRef>
            <a:fillRef idx="0">
              <a:srgbClr val="FFFFFF"/>
            </a:fillRef>
            <a:effectRef idx="0">
              <a:srgbClr val="FFFFFF"/>
            </a:effectRef>
            <a:fontRef idx="minor">
              <a:schemeClr val="tx1"/>
            </a:fontRef>
          </p:style>
        </p:cxnSp>
        <p:sp>
          <p:nvSpPr>
            <p:cNvPr id="67" name="圆角矩形 66"/>
            <p:cNvSpPr/>
            <p:nvPr/>
          </p:nvSpPr>
          <p:spPr>
            <a:xfrm>
              <a:off x="6954" y="9223"/>
              <a:ext cx="1789" cy="412"/>
            </a:xfrm>
            <a:prstGeom prst="roundRect">
              <a:avLst/>
            </a:prstGeom>
            <a:noFill/>
            <a:ln>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49" name="文本框 48"/>
          <p:cNvSpPr txBox="1"/>
          <p:nvPr/>
        </p:nvSpPr>
        <p:spPr>
          <a:xfrm>
            <a:off x="502285" y="3347720"/>
            <a:ext cx="1692910" cy="583565"/>
          </a:xfrm>
          <a:prstGeom prst="rect">
            <a:avLst/>
          </a:prstGeom>
          <a:noFill/>
        </p:spPr>
        <p:txBody>
          <a:bodyPr wrap="square" rtlCol="0">
            <a:spAutoFit/>
          </a:bodyPr>
          <a:p>
            <a:pPr algn="ctr"/>
            <a:r>
              <a:rPr lang="en-US" altLang="zh-CN" sz="1600">
                <a:latin typeface="Times New Roman" panose="02020603050405020304" pitchFamily="18" charset="0"/>
                <a:cs typeface="Times New Roman" panose="02020603050405020304" pitchFamily="18" charset="0"/>
              </a:rPr>
              <a:t>Spectral-aligned </a:t>
            </a:r>
            <a:endParaRPr lang="en-US" altLang="zh-CN" sz="1600">
              <a:latin typeface="Times New Roman" panose="02020603050405020304" pitchFamily="18" charset="0"/>
              <a:cs typeface="Times New Roman" panose="02020603050405020304" pitchFamily="18" charset="0"/>
            </a:endParaRPr>
          </a:p>
          <a:p>
            <a:pPr algn="ctr"/>
            <a:r>
              <a:rPr lang="en-US" altLang="zh-CN" sz="1600">
                <a:latin typeface="Times New Roman" panose="02020603050405020304" pitchFamily="18" charset="0"/>
                <a:cs typeface="Times New Roman" panose="02020603050405020304" pitchFamily="18" charset="0"/>
              </a:rPr>
              <a:t>sample generation</a:t>
            </a:r>
            <a:endParaRPr lang="en-US" altLang="zh-CN" sz="1600">
              <a:latin typeface="Times New Roman" panose="02020603050405020304" pitchFamily="18" charset="0"/>
              <a:cs typeface="Times New Roman" panose="02020603050405020304" pitchFamily="18" charset="0"/>
            </a:endParaRPr>
          </a:p>
        </p:txBody>
      </p:sp>
      <p:sp>
        <p:nvSpPr>
          <p:cNvPr id="69" name="圆角矩形 68"/>
          <p:cNvSpPr/>
          <p:nvPr/>
        </p:nvSpPr>
        <p:spPr>
          <a:xfrm>
            <a:off x="5592445" y="3717925"/>
            <a:ext cx="2493645" cy="846455"/>
          </a:xfrm>
          <a:prstGeom prst="roundRect">
            <a:avLst/>
          </a:prstGeom>
          <a:no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16" name="组合 115"/>
          <p:cNvGrpSpPr/>
          <p:nvPr/>
        </p:nvGrpSpPr>
        <p:grpSpPr>
          <a:xfrm rot="0">
            <a:off x="2418715" y="896620"/>
            <a:ext cx="3406775" cy="1076325"/>
            <a:chOff x="3809" y="1412"/>
            <a:chExt cx="5365" cy="1695"/>
          </a:xfrm>
        </p:grpSpPr>
        <p:sp>
          <p:nvSpPr>
            <p:cNvPr id="155" name="立方体 154"/>
            <p:cNvSpPr/>
            <p:nvPr>
              <p:custDataLst>
                <p:tags r:id="rId96"/>
              </p:custDataLst>
            </p:nvPr>
          </p:nvSpPr>
          <p:spPr>
            <a:xfrm>
              <a:off x="3809" y="1415"/>
              <a:ext cx="820" cy="1688"/>
            </a:xfrm>
            <a:prstGeom prst="cube">
              <a:avLst>
                <a:gd name="adj" fmla="val 53696"/>
              </a:avLst>
            </a:prstGeom>
            <a:solidFill>
              <a:schemeClr val="accent2">
                <a:lumMod val="40000"/>
                <a:lumOff val="60000"/>
              </a:schemeClr>
            </a:solidFill>
            <a:ln w="190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 name="立方体 155"/>
            <p:cNvSpPr/>
            <p:nvPr>
              <p:custDataLst>
                <p:tags r:id="rId97"/>
              </p:custDataLst>
            </p:nvPr>
          </p:nvSpPr>
          <p:spPr>
            <a:xfrm>
              <a:off x="5458" y="1572"/>
              <a:ext cx="739" cy="1312"/>
            </a:xfrm>
            <a:prstGeom prst="cube">
              <a:avLst>
                <a:gd name="adj" fmla="val 53696"/>
              </a:avLst>
            </a:prstGeom>
            <a:solidFill>
              <a:schemeClr val="accent2">
                <a:lumMod val="40000"/>
                <a:lumOff val="60000"/>
              </a:schemeClr>
            </a:solidFill>
            <a:ln w="190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57" name="立方体 156"/>
            <p:cNvSpPr/>
            <p:nvPr>
              <p:custDataLst>
                <p:tags r:id="rId98"/>
              </p:custDataLst>
            </p:nvPr>
          </p:nvSpPr>
          <p:spPr>
            <a:xfrm>
              <a:off x="7095" y="1772"/>
              <a:ext cx="496" cy="844"/>
            </a:xfrm>
            <a:prstGeom prst="cube">
              <a:avLst>
                <a:gd name="adj" fmla="val 53696"/>
              </a:avLst>
            </a:prstGeom>
            <a:solidFill>
              <a:schemeClr val="accent2">
                <a:lumMod val="40000"/>
                <a:lumOff val="60000"/>
              </a:schemeClr>
            </a:solidFill>
            <a:ln w="190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60" name="立方体 159"/>
            <p:cNvSpPr/>
            <p:nvPr>
              <p:custDataLst>
                <p:tags r:id="rId99"/>
              </p:custDataLst>
            </p:nvPr>
          </p:nvSpPr>
          <p:spPr>
            <a:xfrm>
              <a:off x="8718" y="1963"/>
              <a:ext cx="457" cy="493"/>
            </a:xfrm>
            <a:prstGeom prst="cube">
              <a:avLst>
                <a:gd name="adj" fmla="val 53696"/>
              </a:avLst>
            </a:prstGeom>
            <a:solidFill>
              <a:schemeClr val="accent2">
                <a:lumMod val="40000"/>
                <a:lumOff val="60000"/>
              </a:schemeClr>
            </a:solidFill>
            <a:ln w="190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cxnSp>
          <p:nvCxnSpPr>
            <p:cNvPr id="71" name="直接连接符 70"/>
            <p:cNvCxnSpPr/>
            <p:nvPr/>
          </p:nvCxnSpPr>
          <p:spPr>
            <a:xfrm flipV="1">
              <a:off x="4185" y="2887"/>
              <a:ext cx="1272" cy="220"/>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72" name="直接连接符 71"/>
            <p:cNvCxnSpPr/>
            <p:nvPr/>
          </p:nvCxnSpPr>
          <p:spPr>
            <a:xfrm>
              <a:off x="4175" y="1852"/>
              <a:ext cx="1272" cy="115"/>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73" name="直接连接符 72"/>
            <p:cNvCxnSpPr/>
            <p:nvPr/>
          </p:nvCxnSpPr>
          <p:spPr>
            <a:xfrm>
              <a:off x="4620" y="1412"/>
              <a:ext cx="1227" cy="153"/>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74" name="直接连接符 73"/>
            <p:cNvCxnSpPr/>
            <p:nvPr/>
          </p:nvCxnSpPr>
          <p:spPr>
            <a:xfrm flipV="1">
              <a:off x="4632" y="2600"/>
              <a:ext cx="820" cy="70"/>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79" name="直接连接符 78"/>
            <p:cNvCxnSpPr/>
            <p:nvPr/>
          </p:nvCxnSpPr>
          <p:spPr>
            <a:xfrm>
              <a:off x="5809" y="1993"/>
              <a:ext cx="1287" cy="40"/>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80" name="直接连接符 79"/>
            <p:cNvCxnSpPr/>
            <p:nvPr/>
          </p:nvCxnSpPr>
          <p:spPr>
            <a:xfrm flipV="1">
              <a:off x="5795" y="2613"/>
              <a:ext cx="1291" cy="277"/>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81" name="直接连接符 80"/>
            <p:cNvCxnSpPr/>
            <p:nvPr/>
          </p:nvCxnSpPr>
          <p:spPr>
            <a:xfrm>
              <a:off x="6210" y="1580"/>
              <a:ext cx="1156" cy="193"/>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82" name="直接连接符 81"/>
            <p:cNvCxnSpPr/>
            <p:nvPr/>
          </p:nvCxnSpPr>
          <p:spPr>
            <a:xfrm flipV="1">
              <a:off x="6195" y="2470"/>
              <a:ext cx="885" cy="15"/>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83" name="直接连接符 82"/>
            <p:cNvCxnSpPr/>
            <p:nvPr/>
          </p:nvCxnSpPr>
          <p:spPr>
            <a:xfrm>
              <a:off x="7597" y="1776"/>
              <a:ext cx="1312" cy="174"/>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84" name="直接连接符 83"/>
            <p:cNvCxnSpPr/>
            <p:nvPr/>
          </p:nvCxnSpPr>
          <p:spPr>
            <a:xfrm flipV="1">
              <a:off x="7332" y="2450"/>
              <a:ext cx="1387" cy="166"/>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86" name="直接连接符 85"/>
            <p:cNvCxnSpPr/>
            <p:nvPr/>
          </p:nvCxnSpPr>
          <p:spPr>
            <a:xfrm>
              <a:off x="7332" y="2033"/>
              <a:ext cx="1380" cy="123"/>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87" name="直接连接符 86"/>
            <p:cNvCxnSpPr>
              <a:endCxn id="160" idx="2"/>
            </p:cNvCxnSpPr>
            <p:nvPr/>
          </p:nvCxnSpPr>
          <p:spPr>
            <a:xfrm flipV="1">
              <a:off x="7612" y="2332"/>
              <a:ext cx="1106" cy="37"/>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grpSp>
      <p:sp>
        <p:nvSpPr>
          <p:cNvPr id="114" name="圆角矩形 113"/>
          <p:cNvSpPr/>
          <p:nvPr/>
        </p:nvSpPr>
        <p:spPr>
          <a:xfrm>
            <a:off x="7133590" y="2128520"/>
            <a:ext cx="3056255" cy="2063115"/>
          </a:xfrm>
          <a:prstGeom prst="roundRect">
            <a:avLst>
              <a:gd name="adj" fmla="val 8888"/>
            </a:avLst>
          </a:prstGeom>
          <a:noFill/>
          <a:ln w="28575">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35" name="组合 134"/>
          <p:cNvGrpSpPr/>
          <p:nvPr/>
        </p:nvGrpSpPr>
        <p:grpSpPr>
          <a:xfrm rot="0">
            <a:off x="7471410" y="841375"/>
            <a:ext cx="3406775" cy="1076325"/>
            <a:chOff x="11766" y="1325"/>
            <a:chExt cx="5365" cy="1695"/>
          </a:xfrm>
        </p:grpSpPr>
        <p:sp>
          <p:nvSpPr>
            <p:cNvPr id="118" name="立方体 117"/>
            <p:cNvSpPr/>
            <p:nvPr>
              <p:custDataLst>
                <p:tags r:id="rId100"/>
              </p:custDataLst>
            </p:nvPr>
          </p:nvSpPr>
          <p:spPr>
            <a:xfrm>
              <a:off x="11766" y="1328"/>
              <a:ext cx="820" cy="1688"/>
            </a:xfrm>
            <a:prstGeom prst="cube">
              <a:avLst>
                <a:gd name="adj" fmla="val 53696"/>
              </a:avLst>
            </a:prstGeom>
            <a:solidFill>
              <a:schemeClr val="accent1">
                <a:lumMod val="40000"/>
                <a:lumOff val="60000"/>
              </a:schemeClr>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19" name="立方体 118"/>
            <p:cNvSpPr/>
            <p:nvPr>
              <p:custDataLst>
                <p:tags r:id="rId101"/>
              </p:custDataLst>
            </p:nvPr>
          </p:nvSpPr>
          <p:spPr>
            <a:xfrm>
              <a:off x="13415" y="1485"/>
              <a:ext cx="739" cy="1312"/>
            </a:xfrm>
            <a:prstGeom prst="cube">
              <a:avLst>
                <a:gd name="adj" fmla="val 53696"/>
              </a:avLst>
            </a:prstGeom>
            <a:solidFill>
              <a:schemeClr val="accent1">
                <a:lumMod val="40000"/>
                <a:lumOff val="60000"/>
              </a:schemeClr>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20" name="立方体 119"/>
            <p:cNvSpPr/>
            <p:nvPr>
              <p:custDataLst>
                <p:tags r:id="rId102"/>
              </p:custDataLst>
            </p:nvPr>
          </p:nvSpPr>
          <p:spPr>
            <a:xfrm>
              <a:off x="15052" y="1685"/>
              <a:ext cx="496" cy="844"/>
            </a:xfrm>
            <a:prstGeom prst="cube">
              <a:avLst>
                <a:gd name="adj" fmla="val 53696"/>
              </a:avLst>
            </a:prstGeom>
            <a:solidFill>
              <a:schemeClr val="accent1">
                <a:lumMod val="40000"/>
                <a:lumOff val="60000"/>
              </a:schemeClr>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21" name="立方体 120"/>
            <p:cNvSpPr/>
            <p:nvPr>
              <p:custDataLst>
                <p:tags r:id="rId103"/>
              </p:custDataLst>
            </p:nvPr>
          </p:nvSpPr>
          <p:spPr>
            <a:xfrm>
              <a:off x="16675" y="1876"/>
              <a:ext cx="457" cy="493"/>
            </a:xfrm>
            <a:prstGeom prst="cube">
              <a:avLst>
                <a:gd name="adj" fmla="val 53696"/>
              </a:avLst>
            </a:prstGeom>
            <a:solidFill>
              <a:schemeClr val="accent1">
                <a:lumMod val="40000"/>
                <a:lumOff val="60000"/>
              </a:schemeClr>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cxnSp>
          <p:nvCxnSpPr>
            <p:cNvPr id="122" name="直接连接符 121"/>
            <p:cNvCxnSpPr/>
            <p:nvPr/>
          </p:nvCxnSpPr>
          <p:spPr>
            <a:xfrm flipV="1">
              <a:off x="12142" y="2800"/>
              <a:ext cx="1272" cy="220"/>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23" name="直接连接符 122"/>
            <p:cNvCxnSpPr/>
            <p:nvPr/>
          </p:nvCxnSpPr>
          <p:spPr>
            <a:xfrm>
              <a:off x="12132" y="1765"/>
              <a:ext cx="1272" cy="115"/>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24" name="直接连接符 123"/>
            <p:cNvCxnSpPr/>
            <p:nvPr/>
          </p:nvCxnSpPr>
          <p:spPr>
            <a:xfrm>
              <a:off x="12577" y="1325"/>
              <a:ext cx="1227" cy="153"/>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25" name="直接连接符 124"/>
            <p:cNvCxnSpPr/>
            <p:nvPr/>
          </p:nvCxnSpPr>
          <p:spPr>
            <a:xfrm flipV="1">
              <a:off x="12589" y="2513"/>
              <a:ext cx="820" cy="70"/>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26" name="直接连接符 125"/>
            <p:cNvCxnSpPr/>
            <p:nvPr/>
          </p:nvCxnSpPr>
          <p:spPr>
            <a:xfrm>
              <a:off x="13766" y="1906"/>
              <a:ext cx="1287" cy="40"/>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27" name="直接连接符 126"/>
            <p:cNvCxnSpPr/>
            <p:nvPr/>
          </p:nvCxnSpPr>
          <p:spPr>
            <a:xfrm flipV="1">
              <a:off x="13752" y="2526"/>
              <a:ext cx="1291" cy="277"/>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28" name="直接连接符 127"/>
            <p:cNvCxnSpPr/>
            <p:nvPr/>
          </p:nvCxnSpPr>
          <p:spPr>
            <a:xfrm>
              <a:off x="14167" y="1493"/>
              <a:ext cx="1156" cy="193"/>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29" name="直接连接符 128"/>
            <p:cNvCxnSpPr/>
            <p:nvPr/>
          </p:nvCxnSpPr>
          <p:spPr>
            <a:xfrm flipV="1">
              <a:off x="14152" y="2383"/>
              <a:ext cx="885" cy="15"/>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30" name="直接连接符 129"/>
            <p:cNvCxnSpPr/>
            <p:nvPr/>
          </p:nvCxnSpPr>
          <p:spPr>
            <a:xfrm>
              <a:off x="15554" y="1689"/>
              <a:ext cx="1344" cy="177"/>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31" name="直接连接符 130"/>
            <p:cNvCxnSpPr/>
            <p:nvPr/>
          </p:nvCxnSpPr>
          <p:spPr>
            <a:xfrm flipV="1">
              <a:off x="15289" y="2363"/>
              <a:ext cx="1387" cy="166"/>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32" name="直接连接符 131"/>
            <p:cNvCxnSpPr/>
            <p:nvPr/>
          </p:nvCxnSpPr>
          <p:spPr>
            <a:xfrm>
              <a:off x="15289" y="1946"/>
              <a:ext cx="1416" cy="167"/>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33" name="直接连接符 132"/>
            <p:cNvCxnSpPr>
              <a:endCxn id="121" idx="2"/>
            </p:cNvCxnSpPr>
            <p:nvPr/>
          </p:nvCxnSpPr>
          <p:spPr>
            <a:xfrm flipV="1">
              <a:off x="15569" y="2245"/>
              <a:ext cx="1106" cy="37"/>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grpSp>
        <p:nvGrpSpPr>
          <p:cNvPr id="136" name="组合 135"/>
          <p:cNvGrpSpPr/>
          <p:nvPr/>
        </p:nvGrpSpPr>
        <p:grpSpPr>
          <a:xfrm rot="0">
            <a:off x="7471410" y="4475480"/>
            <a:ext cx="3406775" cy="1076325"/>
            <a:chOff x="11766" y="1325"/>
            <a:chExt cx="5365" cy="1695"/>
          </a:xfrm>
        </p:grpSpPr>
        <p:sp>
          <p:nvSpPr>
            <p:cNvPr id="137" name="立方体 136"/>
            <p:cNvSpPr/>
            <p:nvPr>
              <p:custDataLst>
                <p:tags r:id="rId104"/>
              </p:custDataLst>
            </p:nvPr>
          </p:nvSpPr>
          <p:spPr>
            <a:xfrm>
              <a:off x="11766" y="1328"/>
              <a:ext cx="820" cy="1688"/>
            </a:xfrm>
            <a:prstGeom prst="cube">
              <a:avLst>
                <a:gd name="adj" fmla="val 53696"/>
              </a:avLst>
            </a:prstGeom>
            <a:solidFill>
              <a:schemeClr val="accent1">
                <a:lumMod val="40000"/>
                <a:lumOff val="60000"/>
              </a:schemeClr>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38" name="立方体 137"/>
            <p:cNvSpPr/>
            <p:nvPr>
              <p:custDataLst>
                <p:tags r:id="rId105"/>
              </p:custDataLst>
            </p:nvPr>
          </p:nvSpPr>
          <p:spPr>
            <a:xfrm>
              <a:off x="13415" y="1485"/>
              <a:ext cx="739" cy="1312"/>
            </a:xfrm>
            <a:prstGeom prst="cube">
              <a:avLst>
                <a:gd name="adj" fmla="val 53696"/>
              </a:avLst>
            </a:prstGeom>
            <a:solidFill>
              <a:schemeClr val="accent1">
                <a:lumMod val="40000"/>
                <a:lumOff val="60000"/>
              </a:schemeClr>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39" name="立方体 138"/>
            <p:cNvSpPr/>
            <p:nvPr>
              <p:custDataLst>
                <p:tags r:id="rId106"/>
              </p:custDataLst>
            </p:nvPr>
          </p:nvSpPr>
          <p:spPr>
            <a:xfrm>
              <a:off x="15052" y="1685"/>
              <a:ext cx="496" cy="844"/>
            </a:xfrm>
            <a:prstGeom prst="cube">
              <a:avLst>
                <a:gd name="adj" fmla="val 53696"/>
              </a:avLst>
            </a:prstGeom>
            <a:solidFill>
              <a:schemeClr val="accent1">
                <a:lumMod val="40000"/>
                <a:lumOff val="60000"/>
              </a:schemeClr>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40" name="立方体 139"/>
            <p:cNvSpPr/>
            <p:nvPr>
              <p:custDataLst>
                <p:tags r:id="rId107"/>
              </p:custDataLst>
            </p:nvPr>
          </p:nvSpPr>
          <p:spPr>
            <a:xfrm>
              <a:off x="16675" y="1876"/>
              <a:ext cx="457" cy="493"/>
            </a:xfrm>
            <a:prstGeom prst="cube">
              <a:avLst>
                <a:gd name="adj" fmla="val 53696"/>
              </a:avLst>
            </a:prstGeom>
            <a:solidFill>
              <a:schemeClr val="accent1">
                <a:lumMod val="40000"/>
                <a:lumOff val="60000"/>
              </a:schemeClr>
            </a:solidFill>
            <a:ln w="1905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cxnSp>
          <p:nvCxnSpPr>
            <p:cNvPr id="143" name="直接连接符 142"/>
            <p:cNvCxnSpPr/>
            <p:nvPr/>
          </p:nvCxnSpPr>
          <p:spPr>
            <a:xfrm flipV="1">
              <a:off x="12142" y="2800"/>
              <a:ext cx="1272" cy="220"/>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44" name="直接连接符 143"/>
            <p:cNvCxnSpPr/>
            <p:nvPr/>
          </p:nvCxnSpPr>
          <p:spPr>
            <a:xfrm>
              <a:off x="12132" y="1765"/>
              <a:ext cx="1272" cy="115"/>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45" name="直接连接符 144"/>
            <p:cNvCxnSpPr/>
            <p:nvPr/>
          </p:nvCxnSpPr>
          <p:spPr>
            <a:xfrm>
              <a:off x="12577" y="1325"/>
              <a:ext cx="1227" cy="153"/>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46" name="直接连接符 145"/>
            <p:cNvCxnSpPr/>
            <p:nvPr/>
          </p:nvCxnSpPr>
          <p:spPr>
            <a:xfrm flipV="1">
              <a:off x="12589" y="2513"/>
              <a:ext cx="820" cy="70"/>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47" name="直接连接符 146"/>
            <p:cNvCxnSpPr/>
            <p:nvPr/>
          </p:nvCxnSpPr>
          <p:spPr>
            <a:xfrm>
              <a:off x="13766" y="1906"/>
              <a:ext cx="1287" cy="40"/>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48" name="直接连接符 147"/>
            <p:cNvCxnSpPr/>
            <p:nvPr/>
          </p:nvCxnSpPr>
          <p:spPr>
            <a:xfrm flipV="1">
              <a:off x="13752" y="2526"/>
              <a:ext cx="1291" cy="277"/>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49" name="直接连接符 148"/>
            <p:cNvCxnSpPr/>
            <p:nvPr/>
          </p:nvCxnSpPr>
          <p:spPr>
            <a:xfrm>
              <a:off x="14167" y="1493"/>
              <a:ext cx="1156" cy="193"/>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50" name="直接连接符 149"/>
            <p:cNvCxnSpPr/>
            <p:nvPr/>
          </p:nvCxnSpPr>
          <p:spPr>
            <a:xfrm flipV="1">
              <a:off x="14152" y="2383"/>
              <a:ext cx="885" cy="15"/>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51" name="直接连接符 150"/>
            <p:cNvCxnSpPr/>
            <p:nvPr/>
          </p:nvCxnSpPr>
          <p:spPr>
            <a:xfrm>
              <a:off x="15554" y="1689"/>
              <a:ext cx="1344" cy="177"/>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52" name="直接连接符 151"/>
            <p:cNvCxnSpPr/>
            <p:nvPr/>
          </p:nvCxnSpPr>
          <p:spPr>
            <a:xfrm flipV="1">
              <a:off x="15289" y="2363"/>
              <a:ext cx="1387" cy="166"/>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53" name="直接连接符 152"/>
            <p:cNvCxnSpPr/>
            <p:nvPr/>
          </p:nvCxnSpPr>
          <p:spPr>
            <a:xfrm>
              <a:off x="15289" y="1946"/>
              <a:ext cx="1416" cy="167"/>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154" name="直接连接符 153"/>
            <p:cNvCxnSpPr>
              <a:endCxn id="140" idx="2"/>
            </p:cNvCxnSpPr>
            <p:nvPr/>
          </p:nvCxnSpPr>
          <p:spPr>
            <a:xfrm flipV="1">
              <a:off x="15569" y="2245"/>
              <a:ext cx="1106" cy="37"/>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grpSp>
      <p:grpSp>
        <p:nvGrpSpPr>
          <p:cNvPr id="158" name="组合 157"/>
          <p:cNvGrpSpPr/>
          <p:nvPr/>
        </p:nvGrpSpPr>
        <p:grpSpPr>
          <a:xfrm rot="0">
            <a:off x="2418715" y="4475480"/>
            <a:ext cx="3406775" cy="1076325"/>
            <a:chOff x="3809" y="1412"/>
            <a:chExt cx="5365" cy="1695"/>
          </a:xfrm>
        </p:grpSpPr>
        <p:sp>
          <p:nvSpPr>
            <p:cNvPr id="159" name="立方体 158"/>
            <p:cNvSpPr/>
            <p:nvPr>
              <p:custDataLst>
                <p:tags r:id="rId108"/>
              </p:custDataLst>
            </p:nvPr>
          </p:nvSpPr>
          <p:spPr>
            <a:xfrm>
              <a:off x="3809" y="1415"/>
              <a:ext cx="820" cy="1688"/>
            </a:xfrm>
            <a:prstGeom prst="cube">
              <a:avLst>
                <a:gd name="adj" fmla="val 53696"/>
              </a:avLst>
            </a:prstGeom>
            <a:solidFill>
              <a:schemeClr val="accent2">
                <a:lumMod val="40000"/>
                <a:lumOff val="60000"/>
              </a:schemeClr>
            </a:solidFill>
            <a:ln w="190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 name="立方体 160"/>
            <p:cNvSpPr/>
            <p:nvPr>
              <p:custDataLst>
                <p:tags r:id="rId109"/>
              </p:custDataLst>
            </p:nvPr>
          </p:nvSpPr>
          <p:spPr>
            <a:xfrm>
              <a:off x="5458" y="1572"/>
              <a:ext cx="739" cy="1312"/>
            </a:xfrm>
            <a:prstGeom prst="cube">
              <a:avLst>
                <a:gd name="adj" fmla="val 53696"/>
              </a:avLst>
            </a:prstGeom>
            <a:solidFill>
              <a:schemeClr val="accent2">
                <a:lumMod val="40000"/>
                <a:lumOff val="60000"/>
              </a:schemeClr>
            </a:solidFill>
            <a:ln w="190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62" name="立方体 161"/>
            <p:cNvSpPr/>
            <p:nvPr>
              <p:custDataLst>
                <p:tags r:id="rId110"/>
              </p:custDataLst>
            </p:nvPr>
          </p:nvSpPr>
          <p:spPr>
            <a:xfrm>
              <a:off x="7095" y="1772"/>
              <a:ext cx="496" cy="844"/>
            </a:xfrm>
            <a:prstGeom prst="cube">
              <a:avLst>
                <a:gd name="adj" fmla="val 53696"/>
              </a:avLst>
            </a:prstGeom>
            <a:solidFill>
              <a:schemeClr val="accent2">
                <a:lumMod val="40000"/>
                <a:lumOff val="60000"/>
              </a:schemeClr>
            </a:solidFill>
            <a:ln w="190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63" name="立方体 162"/>
            <p:cNvSpPr/>
            <p:nvPr>
              <p:custDataLst>
                <p:tags r:id="rId111"/>
              </p:custDataLst>
            </p:nvPr>
          </p:nvSpPr>
          <p:spPr>
            <a:xfrm>
              <a:off x="8718" y="1963"/>
              <a:ext cx="457" cy="493"/>
            </a:xfrm>
            <a:prstGeom prst="cube">
              <a:avLst>
                <a:gd name="adj" fmla="val 53696"/>
              </a:avLst>
            </a:prstGeom>
            <a:solidFill>
              <a:schemeClr val="accent2">
                <a:lumMod val="40000"/>
                <a:lumOff val="60000"/>
              </a:schemeClr>
            </a:solidFill>
            <a:ln w="190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cxnSp>
          <p:nvCxnSpPr>
            <p:cNvPr id="164" name="直接连接符 163"/>
            <p:cNvCxnSpPr/>
            <p:nvPr/>
          </p:nvCxnSpPr>
          <p:spPr>
            <a:xfrm flipV="1">
              <a:off x="4185" y="2887"/>
              <a:ext cx="1272" cy="220"/>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65" name="直接连接符 164"/>
            <p:cNvCxnSpPr/>
            <p:nvPr/>
          </p:nvCxnSpPr>
          <p:spPr>
            <a:xfrm>
              <a:off x="4175" y="1852"/>
              <a:ext cx="1272" cy="115"/>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66" name="直接连接符 165"/>
            <p:cNvCxnSpPr/>
            <p:nvPr/>
          </p:nvCxnSpPr>
          <p:spPr>
            <a:xfrm>
              <a:off x="4620" y="1412"/>
              <a:ext cx="1227" cy="153"/>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67" name="直接连接符 166"/>
            <p:cNvCxnSpPr/>
            <p:nvPr/>
          </p:nvCxnSpPr>
          <p:spPr>
            <a:xfrm flipV="1">
              <a:off x="4632" y="2600"/>
              <a:ext cx="820" cy="70"/>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69" name="直接连接符 168"/>
            <p:cNvCxnSpPr/>
            <p:nvPr/>
          </p:nvCxnSpPr>
          <p:spPr>
            <a:xfrm>
              <a:off x="5809" y="1993"/>
              <a:ext cx="1287" cy="40"/>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70" name="直接连接符 169"/>
            <p:cNvCxnSpPr/>
            <p:nvPr/>
          </p:nvCxnSpPr>
          <p:spPr>
            <a:xfrm flipV="1">
              <a:off x="5795" y="2613"/>
              <a:ext cx="1291" cy="277"/>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71" name="直接连接符 170"/>
            <p:cNvCxnSpPr/>
            <p:nvPr/>
          </p:nvCxnSpPr>
          <p:spPr>
            <a:xfrm>
              <a:off x="6210" y="1580"/>
              <a:ext cx="1156" cy="193"/>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73" name="直接连接符 172"/>
            <p:cNvCxnSpPr/>
            <p:nvPr/>
          </p:nvCxnSpPr>
          <p:spPr>
            <a:xfrm flipV="1">
              <a:off x="6195" y="2470"/>
              <a:ext cx="885" cy="15"/>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74" name="直接连接符 173"/>
            <p:cNvCxnSpPr/>
            <p:nvPr/>
          </p:nvCxnSpPr>
          <p:spPr>
            <a:xfrm>
              <a:off x="7597" y="1776"/>
              <a:ext cx="1312" cy="174"/>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75" name="直接连接符 174"/>
            <p:cNvCxnSpPr/>
            <p:nvPr/>
          </p:nvCxnSpPr>
          <p:spPr>
            <a:xfrm flipV="1">
              <a:off x="7332" y="2450"/>
              <a:ext cx="1387" cy="166"/>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76" name="直接连接符 175"/>
            <p:cNvCxnSpPr/>
            <p:nvPr/>
          </p:nvCxnSpPr>
          <p:spPr>
            <a:xfrm>
              <a:off x="7332" y="2033"/>
              <a:ext cx="1380" cy="123"/>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77" name="直接连接符 176"/>
            <p:cNvCxnSpPr>
              <a:endCxn id="163" idx="2"/>
            </p:cNvCxnSpPr>
            <p:nvPr/>
          </p:nvCxnSpPr>
          <p:spPr>
            <a:xfrm flipV="1">
              <a:off x="7612" y="2332"/>
              <a:ext cx="1106" cy="37"/>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grpSp>
      <p:sp>
        <p:nvSpPr>
          <p:cNvPr id="179" name="立方体 178"/>
          <p:cNvSpPr/>
          <p:nvPr/>
        </p:nvSpPr>
        <p:spPr>
          <a:xfrm>
            <a:off x="6176645" y="1353185"/>
            <a:ext cx="257175" cy="386715"/>
          </a:xfrm>
          <a:prstGeom prst="cube">
            <a:avLst>
              <a:gd name="adj" fmla="val 20902"/>
            </a:avLst>
          </a:prstGeom>
          <a:solidFill>
            <a:schemeClr val="accent3">
              <a:lumMod val="60000"/>
              <a:lumOff val="40000"/>
            </a:schemeClr>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cxnSp>
        <p:nvCxnSpPr>
          <p:cNvPr id="183" name="直接连接符 182"/>
          <p:cNvCxnSpPr/>
          <p:nvPr/>
        </p:nvCxnSpPr>
        <p:spPr>
          <a:xfrm>
            <a:off x="5684520" y="1560830"/>
            <a:ext cx="493395" cy="177800"/>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84" name="直接连接符 183"/>
          <p:cNvCxnSpPr/>
          <p:nvPr/>
        </p:nvCxnSpPr>
        <p:spPr>
          <a:xfrm flipV="1">
            <a:off x="5836920" y="1289050"/>
            <a:ext cx="467995" cy="119380"/>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sp>
        <p:nvSpPr>
          <p:cNvPr id="185" name="文本框 184"/>
          <p:cNvSpPr txBox="1"/>
          <p:nvPr/>
        </p:nvSpPr>
        <p:spPr>
          <a:xfrm>
            <a:off x="5457825" y="898525"/>
            <a:ext cx="645795" cy="275590"/>
          </a:xfrm>
          <a:prstGeom prst="rect">
            <a:avLst/>
          </a:prstGeom>
          <a:noFill/>
        </p:spPr>
        <p:txBody>
          <a:bodyPr wrap="square" rtlCol="0">
            <a:spAutoFit/>
          </a:bodyPr>
          <a:p>
            <a:r>
              <a:rPr lang="en-US" altLang="zh-CN" sz="1200" b="1">
                <a:latin typeface="Times New Roman" panose="02020603050405020304" pitchFamily="18" charset="0"/>
                <a:cs typeface="Times New Roman" panose="02020603050405020304" pitchFamily="18" charset="0"/>
              </a:rPr>
              <a:t>Head</a:t>
            </a:r>
            <a:endParaRPr lang="en-US" altLang="zh-CN" sz="1200" b="1">
              <a:latin typeface="Times New Roman" panose="02020603050405020304" pitchFamily="18" charset="0"/>
              <a:cs typeface="Times New Roman" panose="02020603050405020304" pitchFamily="18" charset="0"/>
            </a:endParaRPr>
          </a:p>
        </p:txBody>
      </p:sp>
      <p:sp>
        <p:nvSpPr>
          <p:cNvPr id="186" name="文本框 185"/>
          <p:cNvSpPr txBox="1"/>
          <p:nvPr/>
        </p:nvSpPr>
        <p:spPr>
          <a:xfrm>
            <a:off x="6021705" y="515620"/>
            <a:ext cx="791210" cy="275590"/>
          </a:xfrm>
          <a:prstGeom prst="rect">
            <a:avLst/>
          </a:prstGeom>
          <a:noFill/>
        </p:spPr>
        <p:txBody>
          <a:bodyPr wrap="square" rtlCol="0">
            <a:spAutoFit/>
          </a:bodyPr>
          <a:p>
            <a:r>
              <a:rPr lang="en-US" altLang="zh-CN" sz="1200" b="1">
                <a:latin typeface="Times New Roman" panose="02020603050405020304" pitchFamily="18" charset="0"/>
                <a:cs typeface="Times New Roman" panose="02020603050405020304" pitchFamily="18" charset="0"/>
              </a:rPr>
              <a:t>Logits</a:t>
            </a:r>
            <a:endParaRPr lang="en-US" altLang="zh-CN" sz="1200" b="1">
              <a:latin typeface="Times New Roman" panose="02020603050405020304" pitchFamily="18" charset="0"/>
              <a:cs typeface="Times New Roman" panose="02020603050405020304" pitchFamily="18" charset="0"/>
            </a:endParaRPr>
          </a:p>
        </p:txBody>
      </p:sp>
      <p:sp>
        <p:nvSpPr>
          <p:cNvPr id="187" name="立方体 186"/>
          <p:cNvSpPr/>
          <p:nvPr/>
        </p:nvSpPr>
        <p:spPr>
          <a:xfrm>
            <a:off x="6660515" y="4488180"/>
            <a:ext cx="257175" cy="506095"/>
          </a:xfrm>
          <a:prstGeom prst="cube">
            <a:avLst>
              <a:gd name="adj" fmla="val 20902"/>
            </a:avLst>
          </a:prstGeom>
          <a:solidFill>
            <a:schemeClr val="accent2">
              <a:lumMod val="40000"/>
              <a:lumOff val="60000"/>
            </a:schemeClr>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188" name="立方体 187"/>
          <p:cNvSpPr/>
          <p:nvPr/>
        </p:nvSpPr>
        <p:spPr>
          <a:xfrm>
            <a:off x="6538595" y="4380865"/>
            <a:ext cx="257175" cy="689610"/>
          </a:xfrm>
          <a:prstGeom prst="cube">
            <a:avLst>
              <a:gd name="adj" fmla="val 20902"/>
            </a:avLst>
          </a:prstGeom>
          <a:solidFill>
            <a:srgbClr val="7BAFDD"/>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189" name="立方体 188"/>
          <p:cNvSpPr/>
          <p:nvPr/>
        </p:nvSpPr>
        <p:spPr>
          <a:xfrm>
            <a:off x="6416675" y="4766310"/>
            <a:ext cx="257175" cy="386715"/>
          </a:xfrm>
          <a:prstGeom prst="cube">
            <a:avLst>
              <a:gd name="adj" fmla="val 20902"/>
            </a:avLst>
          </a:prstGeom>
          <a:solidFill>
            <a:srgbClr val="F19659"/>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190" name="立方体 189"/>
          <p:cNvSpPr/>
          <p:nvPr/>
        </p:nvSpPr>
        <p:spPr>
          <a:xfrm>
            <a:off x="6294755" y="4682490"/>
            <a:ext cx="257175" cy="561975"/>
          </a:xfrm>
          <a:prstGeom prst="cube">
            <a:avLst>
              <a:gd name="adj" fmla="val 20902"/>
            </a:avLst>
          </a:prstGeom>
          <a:solidFill>
            <a:schemeClr val="accent4">
              <a:lumMod val="60000"/>
              <a:lumOff val="40000"/>
            </a:schemeClr>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191" name="立方体 190"/>
          <p:cNvSpPr/>
          <p:nvPr/>
        </p:nvSpPr>
        <p:spPr>
          <a:xfrm>
            <a:off x="6172835" y="4942840"/>
            <a:ext cx="257175" cy="386715"/>
          </a:xfrm>
          <a:prstGeom prst="cube">
            <a:avLst>
              <a:gd name="adj" fmla="val 20902"/>
            </a:avLst>
          </a:prstGeom>
          <a:solidFill>
            <a:schemeClr val="accent3">
              <a:lumMod val="60000"/>
              <a:lumOff val="40000"/>
            </a:schemeClr>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cxnSp>
        <p:nvCxnSpPr>
          <p:cNvPr id="192" name="直接连接符 191"/>
          <p:cNvCxnSpPr/>
          <p:nvPr/>
        </p:nvCxnSpPr>
        <p:spPr>
          <a:xfrm>
            <a:off x="5680710" y="5150485"/>
            <a:ext cx="493395" cy="177800"/>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93" name="直接连接符 192"/>
          <p:cNvCxnSpPr/>
          <p:nvPr/>
        </p:nvCxnSpPr>
        <p:spPr>
          <a:xfrm flipV="1">
            <a:off x="5833110" y="4878705"/>
            <a:ext cx="467995" cy="119380"/>
          </a:xfrm>
          <a:prstGeom prst="line">
            <a:avLst/>
          </a:prstGeom>
          <a:ln w="12700" cmpd="thickThin">
            <a:solidFill>
              <a:schemeClr val="accent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sp>
        <p:nvSpPr>
          <p:cNvPr id="194" name="文本框 193"/>
          <p:cNvSpPr txBox="1"/>
          <p:nvPr/>
        </p:nvSpPr>
        <p:spPr>
          <a:xfrm>
            <a:off x="5384165" y="5281930"/>
            <a:ext cx="645795" cy="275590"/>
          </a:xfrm>
          <a:prstGeom prst="rect">
            <a:avLst/>
          </a:prstGeom>
          <a:noFill/>
        </p:spPr>
        <p:txBody>
          <a:bodyPr wrap="square" rtlCol="0">
            <a:spAutoFit/>
          </a:bodyPr>
          <a:p>
            <a:r>
              <a:rPr lang="en-US" altLang="zh-CN" sz="1200" b="1">
                <a:latin typeface="Times New Roman" panose="02020603050405020304" pitchFamily="18" charset="0"/>
                <a:cs typeface="Times New Roman" panose="02020603050405020304" pitchFamily="18" charset="0"/>
              </a:rPr>
              <a:t>Head</a:t>
            </a:r>
            <a:endParaRPr lang="en-US" altLang="zh-CN" sz="1200" b="1">
              <a:latin typeface="Times New Roman" panose="02020603050405020304" pitchFamily="18" charset="0"/>
              <a:cs typeface="Times New Roman" panose="02020603050405020304" pitchFamily="18" charset="0"/>
            </a:endParaRPr>
          </a:p>
        </p:txBody>
      </p:sp>
      <p:sp>
        <p:nvSpPr>
          <p:cNvPr id="195" name="文本框 194"/>
          <p:cNvSpPr txBox="1"/>
          <p:nvPr/>
        </p:nvSpPr>
        <p:spPr>
          <a:xfrm>
            <a:off x="6021705" y="5525135"/>
            <a:ext cx="791210" cy="275590"/>
          </a:xfrm>
          <a:prstGeom prst="rect">
            <a:avLst/>
          </a:prstGeom>
          <a:noFill/>
        </p:spPr>
        <p:txBody>
          <a:bodyPr wrap="square" rtlCol="0">
            <a:spAutoFit/>
          </a:bodyPr>
          <a:p>
            <a:r>
              <a:rPr lang="en-US" altLang="zh-CN" sz="1200" b="1">
                <a:latin typeface="Times New Roman" panose="02020603050405020304" pitchFamily="18" charset="0"/>
                <a:cs typeface="Times New Roman" panose="02020603050405020304" pitchFamily="18" charset="0"/>
              </a:rPr>
              <a:t>Logits</a:t>
            </a:r>
            <a:endParaRPr lang="en-US" altLang="zh-CN" sz="1200" b="1">
              <a:latin typeface="Times New Roman" panose="02020603050405020304" pitchFamily="18" charset="0"/>
              <a:cs typeface="Times New Roman" panose="02020603050405020304" pitchFamily="18" charset="0"/>
            </a:endParaRPr>
          </a:p>
        </p:txBody>
      </p:sp>
      <p:sp>
        <p:nvSpPr>
          <p:cNvPr id="197" name="立方体 196"/>
          <p:cNvSpPr/>
          <p:nvPr/>
        </p:nvSpPr>
        <p:spPr>
          <a:xfrm>
            <a:off x="11736705" y="822325"/>
            <a:ext cx="257175" cy="506095"/>
          </a:xfrm>
          <a:prstGeom prst="cube">
            <a:avLst>
              <a:gd name="adj" fmla="val 20902"/>
            </a:avLst>
          </a:prstGeom>
          <a:solidFill>
            <a:schemeClr val="accent2">
              <a:lumMod val="40000"/>
              <a:lumOff val="60000"/>
            </a:schemeClr>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198" name="立方体 197"/>
          <p:cNvSpPr/>
          <p:nvPr/>
        </p:nvSpPr>
        <p:spPr>
          <a:xfrm>
            <a:off x="11614785" y="715010"/>
            <a:ext cx="257175" cy="689610"/>
          </a:xfrm>
          <a:prstGeom prst="cube">
            <a:avLst>
              <a:gd name="adj" fmla="val 20902"/>
            </a:avLst>
          </a:prstGeom>
          <a:solidFill>
            <a:srgbClr val="7BAFDD"/>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199" name="立方体 198"/>
          <p:cNvSpPr/>
          <p:nvPr/>
        </p:nvSpPr>
        <p:spPr>
          <a:xfrm>
            <a:off x="11492865" y="1100455"/>
            <a:ext cx="257175" cy="386715"/>
          </a:xfrm>
          <a:prstGeom prst="cube">
            <a:avLst>
              <a:gd name="adj" fmla="val 20902"/>
            </a:avLst>
          </a:prstGeom>
          <a:solidFill>
            <a:srgbClr val="F19659"/>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200" name="立方体 199"/>
          <p:cNvSpPr/>
          <p:nvPr/>
        </p:nvSpPr>
        <p:spPr>
          <a:xfrm>
            <a:off x="11370945" y="1016635"/>
            <a:ext cx="257175" cy="561975"/>
          </a:xfrm>
          <a:prstGeom prst="cube">
            <a:avLst>
              <a:gd name="adj" fmla="val 20902"/>
            </a:avLst>
          </a:prstGeom>
          <a:solidFill>
            <a:schemeClr val="accent4">
              <a:lumMod val="60000"/>
              <a:lumOff val="40000"/>
            </a:schemeClr>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201" name="立方体 200"/>
          <p:cNvSpPr/>
          <p:nvPr/>
        </p:nvSpPr>
        <p:spPr>
          <a:xfrm>
            <a:off x="11249025" y="1276985"/>
            <a:ext cx="257175" cy="386715"/>
          </a:xfrm>
          <a:prstGeom prst="cube">
            <a:avLst>
              <a:gd name="adj" fmla="val 20902"/>
            </a:avLst>
          </a:prstGeom>
          <a:solidFill>
            <a:schemeClr val="accent3">
              <a:lumMod val="60000"/>
              <a:lumOff val="40000"/>
            </a:schemeClr>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cxnSp>
        <p:nvCxnSpPr>
          <p:cNvPr id="202" name="直接连接符 201"/>
          <p:cNvCxnSpPr/>
          <p:nvPr/>
        </p:nvCxnSpPr>
        <p:spPr>
          <a:xfrm>
            <a:off x="10756900" y="1484630"/>
            <a:ext cx="493395" cy="177800"/>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203" name="直接连接符 202"/>
          <p:cNvCxnSpPr/>
          <p:nvPr/>
        </p:nvCxnSpPr>
        <p:spPr>
          <a:xfrm flipV="1">
            <a:off x="10909300" y="1212850"/>
            <a:ext cx="467995" cy="119380"/>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sp>
        <p:nvSpPr>
          <p:cNvPr id="206" name="文本框 205"/>
          <p:cNvSpPr txBox="1"/>
          <p:nvPr/>
        </p:nvSpPr>
        <p:spPr>
          <a:xfrm>
            <a:off x="10530205" y="822325"/>
            <a:ext cx="645795" cy="275590"/>
          </a:xfrm>
          <a:prstGeom prst="rect">
            <a:avLst/>
          </a:prstGeom>
          <a:noFill/>
        </p:spPr>
        <p:txBody>
          <a:bodyPr wrap="square" rtlCol="0">
            <a:spAutoFit/>
          </a:bodyPr>
          <a:p>
            <a:r>
              <a:rPr lang="en-US" altLang="zh-CN" sz="1200" b="1">
                <a:latin typeface="Times New Roman" panose="02020603050405020304" pitchFamily="18" charset="0"/>
                <a:cs typeface="Times New Roman" panose="02020603050405020304" pitchFamily="18" charset="0"/>
              </a:rPr>
              <a:t>Head</a:t>
            </a:r>
            <a:endParaRPr lang="en-US" altLang="zh-CN" sz="1200" b="1">
              <a:latin typeface="Times New Roman" panose="02020603050405020304" pitchFamily="18" charset="0"/>
              <a:cs typeface="Times New Roman" panose="02020603050405020304" pitchFamily="18" charset="0"/>
            </a:endParaRPr>
          </a:p>
        </p:txBody>
      </p:sp>
      <p:sp>
        <p:nvSpPr>
          <p:cNvPr id="207" name="文本框 206"/>
          <p:cNvSpPr txBox="1"/>
          <p:nvPr/>
        </p:nvSpPr>
        <p:spPr>
          <a:xfrm>
            <a:off x="11094085" y="439420"/>
            <a:ext cx="791210" cy="275590"/>
          </a:xfrm>
          <a:prstGeom prst="rect">
            <a:avLst/>
          </a:prstGeom>
          <a:noFill/>
        </p:spPr>
        <p:txBody>
          <a:bodyPr wrap="square" rtlCol="0">
            <a:spAutoFit/>
          </a:bodyPr>
          <a:p>
            <a:r>
              <a:rPr lang="en-US" altLang="zh-CN" sz="1200" b="1">
                <a:latin typeface="Times New Roman" panose="02020603050405020304" pitchFamily="18" charset="0"/>
                <a:cs typeface="Times New Roman" panose="02020603050405020304" pitchFamily="18" charset="0"/>
              </a:rPr>
              <a:t>Logits</a:t>
            </a:r>
            <a:endParaRPr lang="en-US" altLang="zh-CN" sz="1200" b="1">
              <a:latin typeface="Times New Roman" panose="02020603050405020304" pitchFamily="18" charset="0"/>
              <a:cs typeface="Times New Roman" panose="02020603050405020304" pitchFamily="18" charset="0"/>
            </a:endParaRPr>
          </a:p>
        </p:txBody>
      </p:sp>
      <p:sp>
        <p:nvSpPr>
          <p:cNvPr id="208" name="立方体 207"/>
          <p:cNvSpPr/>
          <p:nvPr/>
        </p:nvSpPr>
        <p:spPr>
          <a:xfrm>
            <a:off x="11750040" y="4468495"/>
            <a:ext cx="257175" cy="506095"/>
          </a:xfrm>
          <a:prstGeom prst="cube">
            <a:avLst>
              <a:gd name="adj" fmla="val 20902"/>
            </a:avLst>
          </a:prstGeom>
          <a:solidFill>
            <a:schemeClr val="accent2">
              <a:lumMod val="40000"/>
              <a:lumOff val="60000"/>
            </a:schemeClr>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209" name="立方体 208"/>
          <p:cNvSpPr/>
          <p:nvPr/>
        </p:nvSpPr>
        <p:spPr>
          <a:xfrm>
            <a:off x="11628120" y="4361180"/>
            <a:ext cx="257175" cy="689610"/>
          </a:xfrm>
          <a:prstGeom prst="cube">
            <a:avLst>
              <a:gd name="adj" fmla="val 20902"/>
            </a:avLst>
          </a:prstGeom>
          <a:solidFill>
            <a:srgbClr val="7BAFDD"/>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210" name="立方体 209"/>
          <p:cNvSpPr/>
          <p:nvPr/>
        </p:nvSpPr>
        <p:spPr>
          <a:xfrm>
            <a:off x="11506200" y="4746625"/>
            <a:ext cx="257175" cy="386715"/>
          </a:xfrm>
          <a:prstGeom prst="cube">
            <a:avLst>
              <a:gd name="adj" fmla="val 20902"/>
            </a:avLst>
          </a:prstGeom>
          <a:solidFill>
            <a:srgbClr val="F19659"/>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235" name="立方体 234"/>
          <p:cNvSpPr/>
          <p:nvPr/>
        </p:nvSpPr>
        <p:spPr>
          <a:xfrm>
            <a:off x="11384280" y="4662805"/>
            <a:ext cx="257175" cy="561975"/>
          </a:xfrm>
          <a:prstGeom prst="cube">
            <a:avLst>
              <a:gd name="adj" fmla="val 20902"/>
            </a:avLst>
          </a:prstGeom>
          <a:solidFill>
            <a:schemeClr val="accent4">
              <a:lumMod val="60000"/>
              <a:lumOff val="40000"/>
            </a:schemeClr>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242" name="立方体 241"/>
          <p:cNvSpPr/>
          <p:nvPr/>
        </p:nvSpPr>
        <p:spPr>
          <a:xfrm>
            <a:off x="11262360" y="4923155"/>
            <a:ext cx="257175" cy="386715"/>
          </a:xfrm>
          <a:prstGeom prst="cube">
            <a:avLst>
              <a:gd name="adj" fmla="val 20902"/>
            </a:avLst>
          </a:prstGeom>
          <a:solidFill>
            <a:schemeClr val="accent3">
              <a:lumMod val="60000"/>
              <a:lumOff val="40000"/>
            </a:schemeClr>
          </a:solidFill>
          <a:ln w="19050">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cxnSp>
        <p:nvCxnSpPr>
          <p:cNvPr id="250" name="直接连接符 249"/>
          <p:cNvCxnSpPr/>
          <p:nvPr/>
        </p:nvCxnSpPr>
        <p:spPr>
          <a:xfrm>
            <a:off x="10770235" y="5130800"/>
            <a:ext cx="493395" cy="177800"/>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cxnSp>
        <p:nvCxnSpPr>
          <p:cNvPr id="251" name="直接连接符 250"/>
          <p:cNvCxnSpPr/>
          <p:nvPr/>
        </p:nvCxnSpPr>
        <p:spPr>
          <a:xfrm flipV="1">
            <a:off x="10922635" y="4859020"/>
            <a:ext cx="467995" cy="119380"/>
          </a:xfrm>
          <a:prstGeom prst="line">
            <a:avLst/>
          </a:prstGeom>
          <a:solidFill>
            <a:schemeClr val="accent1">
              <a:lumMod val="40000"/>
              <a:lumOff val="60000"/>
            </a:schemeClr>
          </a:solidFill>
          <a:ln w="12700">
            <a:solidFill>
              <a:schemeClr val="accent1">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cxnSp>
      <p:sp>
        <p:nvSpPr>
          <p:cNvPr id="260" name="文本框 259"/>
          <p:cNvSpPr txBox="1"/>
          <p:nvPr/>
        </p:nvSpPr>
        <p:spPr>
          <a:xfrm>
            <a:off x="10473690" y="5262245"/>
            <a:ext cx="645795" cy="275590"/>
          </a:xfrm>
          <a:prstGeom prst="rect">
            <a:avLst/>
          </a:prstGeom>
          <a:noFill/>
        </p:spPr>
        <p:txBody>
          <a:bodyPr wrap="square" rtlCol="0">
            <a:spAutoFit/>
          </a:bodyPr>
          <a:p>
            <a:r>
              <a:rPr lang="en-US" altLang="zh-CN" sz="1200" b="1">
                <a:latin typeface="Times New Roman" panose="02020603050405020304" pitchFamily="18" charset="0"/>
                <a:cs typeface="Times New Roman" panose="02020603050405020304" pitchFamily="18" charset="0"/>
              </a:rPr>
              <a:t>Head</a:t>
            </a:r>
            <a:endParaRPr lang="en-US" altLang="zh-CN" sz="1200" b="1">
              <a:latin typeface="Times New Roman" panose="02020603050405020304" pitchFamily="18" charset="0"/>
              <a:cs typeface="Times New Roman" panose="02020603050405020304" pitchFamily="18" charset="0"/>
            </a:endParaRPr>
          </a:p>
        </p:txBody>
      </p:sp>
      <p:sp>
        <p:nvSpPr>
          <p:cNvPr id="261" name="文本框 260"/>
          <p:cNvSpPr txBox="1"/>
          <p:nvPr/>
        </p:nvSpPr>
        <p:spPr>
          <a:xfrm>
            <a:off x="11094085" y="5525135"/>
            <a:ext cx="791210" cy="275590"/>
          </a:xfrm>
          <a:prstGeom prst="rect">
            <a:avLst/>
          </a:prstGeom>
          <a:noFill/>
        </p:spPr>
        <p:txBody>
          <a:bodyPr wrap="square" rtlCol="0">
            <a:spAutoFit/>
          </a:bodyPr>
          <a:p>
            <a:r>
              <a:rPr lang="en-US" altLang="zh-CN" sz="1200" b="1">
                <a:latin typeface="Times New Roman" panose="02020603050405020304" pitchFamily="18" charset="0"/>
                <a:cs typeface="Times New Roman" panose="02020603050405020304" pitchFamily="18" charset="0"/>
              </a:rPr>
              <a:t>Logits</a:t>
            </a:r>
            <a:endParaRPr lang="en-US" altLang="zh-CN" sz="1200" b="1">
              <a:latin typeface="Times New Roman" panose="02020603050405020304" pitchFamily="18" charset="0"/>
              <a:cs typeface="Times New Roman" panose="02020603050405020304" pitchFamily="18" charset="0"/>
            </a:endParaRPr>
          </a:p>
        </p:txBody>
      </p:sp>
      <p:sp>
        <p:nvSpPr>
          <p:cNvPr id="2" name="圆角矩形 1"/>
          <p:cNvSpPr/>
          <p:nvPr/>
        </p:nvSpPr>
        <p:spPr>
          <a:xfrm>
            <a:off x="2240280" y="2128520"/>
            <a:ext cx="2967990" cy="2063115"/>
          </a:xfrm>
          <a:prstGeom prst="roundRect">
            <a:avLst>
              <a:gd name="adj" fmla="val 8888"/>
            </a:avLst>
          </a:prstGeom>
          <a:noFill/>
          <a:ln w="28575">
            <a:solidFill>
              <a:schemeClr val="bg1">
                <a:lumMod val="6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文本框 87"/>
          <p:cNvSpPr txBox="1"/>
          <p:nvPr>
            <p:custDataLst>
              <p:tags r:id="rId1"/>
            </p:custDataLst>
          </p:nvPr>
        </p:nvSpPr>
        <p:spPr>
          <a:xfrm>
            <a:off x="7597775" y="35560"/>
            <a:ext cx="834390" cy="671830"/>
          </a:xfrm>
          <a:prstGeom prst="rect">
            <a:avLst/>
          </a:prstGeom>
          <a:noFill/>
        </p:spPr>
        <p:txBody>
          <a:bodyPr wrap="square" rtlCol="0">
            <a:noAutofit/>
          </a:bodyPr>
          <a:lstStyle/>
          <a:p>
            <a:r>
              <a:rPr lang="en-US" altLang="zh-CN" sz="3600">
                <a:latin typeface="Times New Roman" panose="02020603050405020304" pitchFamily="18" charset="0"/>
                <a:cs typeface="Times New Roman" panose="02020603050405020304" pitchFamily="18" charset="0"/>
              </a:rPr>
              <a:t>...</a:t>
            </a:r>
            <a:endParaRPr lang="en-US" altLang="zh-CN" sz="3600">
              <a:latin typeface="Times New Roman" panose="02020603050405020304" pitchFamily="18" charset="0"/>
              <a:cs typeface="Times New Roman" panose="02020603050405020304" pitchFamily="18" charset="0"/>
            </a:endParaRPr>
          </a:p>
        </p:txBody>
      </p:sp>
      <p:grpSp>
        <p:nvGrpSpPr>
          <p:cNvPr id="298" name="组合 297"/>
          <p:cNvGrpSpPr/>
          <p:nvPr/>
        </p:nvGrpSpPr>
        <p:grpSpPr>
          <a:xfrm>
            <a:off x="741680" y="148590"/>
            <a:ext cx="11003280" cy="6140450"/>
            <a:chOff x="1168" y="234"/>
            <a:chExt cx="17328" cy="9670"/>
          </a:xfrm>
        </p:grpSpPr>
        <p:sp>
          <p:nvSpPr>
            <p:cNvPr id="195" name="圆角矩形 194"/>
            <p:cNvSpPr/>
            <p:nvPr/>
          </p:nvSpPr>
          <p:spPr>
            <a:xfrm>
              <a:off x="4577" y="234"/>
              <a:ext cx="11085" cy="3323"/>
            </a:xfrm>
            <a:prstGeom prst="roundRect">
              <a:avLst>
                <a:gd name="adj" fmla="val 5334"/>
              </a:avLst>
            </a:prstGeom>
            <a:solidFill>
              <a:srgbClr val="FFF8F6"/>
            </a:solidFill>
            <a:ln w="28575" cmpd="sng">
              <a:solidFill>
                <a:schemeClr val="accent2">
                  <a:lumMod val="75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0" name="圆角矩形 209"/>
            <p:cNvSpPr/>
            <p:nvPr/>
          </p:nvSpPr>
          <p:spPr>
            <a:xfrm>
              <a:off x="1168" y="245"/>
              <a:ext cx="2878" cy="9631"/>
            </a:xfrm>
            <a:prstGeom prst="roundRect">
              <a:avLst>
                <a:gd name="adj" fmla="val 9381"/>
              </a:avLst>
            </a:prstGeom>
            <a:solidFill>
              <a:srgbClr val="E5E9F3"/>
            </a:solidFill>
            <a:ln w="28575">
              <a:solidFill>
                <a:schemeClr val="accent1">
                  <a:lumMod val="40000"/>
                  <a:lumOff val="6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2" name="文本框 51"/>
            <p:cNvSpPr txBox="1"/>
            <p:nvPr>
              <p:custDataLst>
                <p:tags r:id="rId2"/>
              </p:custDataLst>
            </p:nvPr>
          </p:nvSpPr>
          <p:spPr>
            <a:xfrm>
              <a:off x="6189" y="443"/>
              <a:ext cx="1582" cy="580"/>
            </a:xfrm>
            <a:prstGeom prst="rect">
              <a:avLst/>
            </a:prstGeom>
            <a:solidFill>
              <a:schemeClr val="accent2">
                <a:lumMod val="20000"/>
                <a:lumOff val="80000"/>
              </a:schemeClr>
            </a:solidFill>
            <a:ln>
              <a:solidFill>
                <a:schemeClr val="accent2">
                  <a:lumMod val="40000"/>
                  <a:lumOff val="60000"/>
                </a:schemeClr>
              </a:solidFill>
            </a:ln>
          </p:spPr>
          <p:txBody>
            <a:bodyPr wrap="square" rtlCol="0">
              <a:spAutoFit/>
            </a:bodyPr>
            <a:lstStyle/>
            <a:p>
              <a:pPr algn="ctr"/>
              <a:r>
                <a:rPr lang="en-US" altLang="zh-CN" b="1">
                  <a:latin typeface="Times New Roman" panose="02020603050405020304" pitchFamily="18" charset="0"/>
                  <a:cs typeface="Times New Roman" panose="02020603050405020304" pitchFamily="18" charset="0"/>
                </a:rPr>
                <a:t>Layer0</a:t>
              </a:r>
              <a:endParaRPr lang="en-US" altLang="zh-CN" b="1">
                <a:latin typeface="Times New Roman" panose="02020603050405020304" pitchFamily="18" charset="0"/>
                <a:cs typeface="Times New Roman" panose="02020603050405020304" pitchFamily="18" charset="0"/>
              </a:endParaRPr>
            </a:p>
          </p:txBody>
        </p:sp>
        <p:sp>
          <p:nvSpPr>
            <p:cNvPr id="53" name="文本框 52"/>
            <p:cNvSpPr txBox="1"/>
            <p:nvPr>
              <p:custDataLst>
                <p:tags r:id="rId3"/>
              </p:custDataLst>
            </p:nvPr>
          </p:nvSpPr>
          <p:spPr>
            <a:xfrm>
              <a:off x="6183" y="2845"/>
              <a:ext cx="1614" cy="580"/>
            </a:xfrm>
            <a:prstGeom prst="rect">
              <a:avLst/>
            </a:prstGeom>
            <a:solidFill>
              <a:schemeClr val="accent1">
                <a:lumMod val="20000"/>
                <a:lumOff val="80000"/>
              </a:schemeClr>
            </a:solidFill>
            <a:ln>
              <a:solidFill>
                <a:schemeClr val="accent1">
                  <a:lumMod val="40000"/>
                  <a:lumOff val="60000"/>
                </a:schemeClr>
              </a:solidFill>
            </a:ln>
          </p:spPr>
          <p:txBody>
            <a:bodyPr wrap="square" rtlCol="0">
              <a:spAutoFit/>
            </a:bodyPr>
            <a:lstStyle/>
            <a:p>
              <a:pPr algn="ctr"/>
              <a:r>
                <a:rPr lang="en-US" altLang="zh-CN" b="1">
                  <a:latin typeface="Times New Roman" panose="02020603050405020304" pitchFamily="18" charset="0"/>
                  <a:ea typeface="微软雅黑" panose="020B0503020204020204" charset="-122"/>
                  <a:cs typeface="Times New Roman" panose="02020603050405020304" pitchFamily="18" charset="0"/>
                </a:rPr>
                <a:t>Layer0</a:t>
              </a:r>
              <a:endParaRPr lang="en-US" altLang="zh-CN" b="1">
                <a:latin typeface="Times New Roman" panose="02020603050405020304" pitchFamily="18" charset="0"/>
                <a:ea typeface="微软雅黑" panose="020B0503020204020204" charset="-122"/>
                <a:cs typeface="Times New Roman" panose="02020603050405020304" pitchFamily="18" charset="0"/>
              </a:endParaRPr>
            </a:p>
          </p:txBody>
        </p:sp>
        <p:sp>
          <p:nvSpPr>
            <p:cNvPr id="78" name="文本框 77"/>
            <p:cNvSpPr txBox="1"/>
            <p:nvPr>
              <p:custDataLst>
                <p:tags r:id="rId4"/>
              </p:custDataLst>
            </p:nvPr>
          </p:nvSpPr>
          <p:spPr>
            <a:xfrm>
              <a:off x="8738" y="428"/>
              <a:ext cx="1582" cy="592"/>
            </a:xfrm>
            <a:prstGeom prst="rect">
              <a:avLst/>
            </a:prstGeom>
            <a:solidFill>
              <a:schemeClr val="accent2">
                <a:lumMod val="20000"/>
                <a:lumOff val="80000"/>
              </a:schemeClr>
            </a:solidFill>
            <a:ln>
              <a:solidFill>
                <a:schemeClr val="accent2">
                  <a:lumMod val="40000"/>
                  <a:lumOff val="60000"/>
                </a:schemeClr>
              </a:solidFill>
            </a:ln>
          </p:spPr>
          <p:txBody>
            <a:bodyPr wrap="square" rtlCol="0">
              <a:noAutofit/>
            </a:bodyPr>
            <a:lstStyle/>
            <a:p>
              <a:pPr algn="ctr"/>
              <a:r>
                <a:rPr lang="en-US" altLang="zh-CN" b="1">
                  <a:latin typeface="Times New Roman" panose="02020603050405020304" pitchFamily="18" charset="0"/>
                  <a:cs typeface="Times New Roman" panose="02020603050405020304" pitchFamily="18" charset="0"/>
                </a:rPr>
                <a:t>Layer1</a:t>
              </a:r>
              <a:endParaRPr lang="en-US" altLang="zh-CN" b="1">
                <a:latin typeface="Times New Roman" panose="02020603050405020304" pitchFamily="18" charset="0"/>
                <a:cs typeface="Times New Roman" panose="02020603050405020304" pitchFamily="18" charset="0"/>
              </a:endParaRPr>
            </a:p>
          </p:txBody>
        </p:sp>
        <p:sp>
          <p:nvSpPr>
            <p:cNvPr id="79" name="文本框 78"/>
            <p:cNvSpPr txBox="1"/>
            <p:nvPr>
              <p:custDataLst>
                <p:tags r:id="rId5"/>
              </p:custDataLst>
            </p:nvPr>
          </p:nvSpPr>
          <p:spPr>
            <a:xfrm>
              <a:off x="8764" y="2845"/>
              <a:ext cx="1614" cy="592"/>
            </a:xfrm>
            <a:prstGeom prst="rect">
              <a:avLst/>
            </a:prstGeom>
            <a:solidFill>
              <a:schemeClr val="accent1">
                <a:lumMod val="20000"/>
                <a:lumOff val="80000"/>
              </a:schemeClr>
            </a:solidFill>
            <a:ln>
              <a:solidFill>
                <a:schemeClr val="accent1">
                  <a:lumMod val="40000"/>
                  <a:lumOff val="60000"/>
                </a:schemeClr>
              </a:solidFill>
            </a:ln>
          </p:spPr>
          <p:txBody>
            <a:bodyPr wrap="square" rtlCol="0">
              <a:noAutofit/>
            </a:bodyPr>
            <a:lstStyle/>
            <a:p>
              <a:pPr algn="ctr"/>
              <a:r>
                <a:rPr lang="en-US" altLang="zh-CN" b="1">
                  <a:latin typeface="Times New Roman" panose="02020603050405020304" pitchFamily="18" charset="0"/>
                  <a:cs typeface="Times New Roman" panose="02020603050405020304" pitchFamily="18" charset="0"/>
                </a:rPr>
                <a:t>Layer1</a:t>
              </a:r>
              <a:endParaRPr lang="en-US" altLang="zh-CN" b="1">
                <a:latin typeface="Times New Roman" panose="02020603050405020304" pitchFamily="18" charset="0"/>
                <a:cs typeface="Times New Roman" panose="02020603050405020304" pitchFamily="18" charset="0"/>
              </a:endParaRPr>
            </a:p>
          </p:txBody>
        </p:sp>
        <p:cxnSp>
          <p:nvCxnSpPr>
            <p:cNvPr id="87" name="直接箭头连接符 86"/>
            <p:cNvCxnSpPr>
              <a:stCxn id="53" idx="3"/>
              <a:endCxn id="79" idx="1"/>
            </p:cNvCxnSpPr>
            <p:nvPr>
              <p:custDataLst>
                <p:tags r:id="rId6"/>
              </p:custDataLst>
            </p:nvPr>
          </p:nvCxnSpPr>
          <p:spPr>
            <a:xfrm>
              <a:off x="7797" y="3135"/>
              <a:ext cx="967" cy="0"/>
            </a:xfrm>
            <a:prstGeom prst="straightConnector1">
              <a:avLst/>
            </a:prstGeom>
            <a:ln w="19050">
              <a:solidFill>
                <a:srgbClr val="767171"/>
              </a:solidFill>
              <a:tailEnd type="triangle"/>
            </a:ln>
          </p:spPr>
          <p:style>
            <a:lnRef idx="2">
              <a:schemeClr val="accent1"/>
            </a:lnRef>
            <a:fillRef idx="0">
              <a:srgbClr val="FFFFFF"/>
            </a:fillRef>
            <a:effectRef idx="0">
              <a:srgbClr val="FFFFFF"/>
            </a:effectRef>
            <a:fontRef idx="minor">
              <a:schemeClr val="tx1"/>
            </a:fontRef>
          </p:style>
        </p:cxnSp>
        <p:sp>
          <p:nvSpPr>
            <p:cNvPr id="90" name="文本框 89"/>
            <p:cNvSpPr txBox="1"/>
            <p:nvPr>
              <p:custDataLst>
                <p:tags r:id="rId7"/>
              </p:custDataLst>
            </p:nvPr>
          </p:nvSpPr>
          <p:spPr>
            <a:xfrm>
              <a:off x="11350" y="432"/>
              <a:ext cx="1582" cy="580"/>
            </a:xfrm>
            <a:prstGeom prst="rect">
              <a:avLst/>
            </a:prstGeom>
            <a:solidFill>
              <a:schemeClr val="accent2">
                <a:lumMod val="20000"/>
                <a:lumOff val="80000"/>
              </a:schemeClr>
            </a:solidFill>
            <a:ln>
              <a:solidFill>
                <a:schemeClr val="accent2">
                  <a:lumMod val="40000"/>
                  <a:lumOff val="60000"/>
                </a:schemeClr>
              </a:solidFill>
            </a:ln>
          </p:spPr>
          <p:txBody>
            <a:bodyPr wrap="square" rtlCol="0">
              <a:spAutoFit/>
            </a:bodyPr>
            <a:lstStyle/>
            <a:p>
              <a:pPr algn="ctr"/>
              <a:r>
                <a:rPr lang="en-US" altLang="zh-CN" b="1">
                  <a:latin typeface="Times New Roman" panose="02020603050405020304" pitchFamily="18" charset="0"/>
                  <a:cs typeface="Times New Roman" panose="02020603050405020304" pitchFamily="18" charset="0"/>
                </a:rPr>
                <a:t>LayerN</a:t>
              </a:r>
              <a:endParaRPr lang="en-US" altLang="zh-CN" b="1">
                <a:latin typeface="Times New Roman" panose="02020603050405020304" pitchFamily="18" charset="0"/>
                <a:cs typeface="Times New Roman" panose="02020603050405020304" pitchFamily="18" charset="0"/>
              </a:endParaRPr>
            </a:p>
          </p:txBody>
        </p:sp>
        <p:sp>
          <p:nvSpPr>
            <p:cNvPr id="91" name="文本框 90"/>
            <p:cNvSpPr txBox="1"/>
            <p:nvPr>
              <p:custDataLst>
                <p:tags r:id="rId8"/>
              </p:custDataLst>
            </p:nvPr>
          </p:nvSpPr>
          <p:spPr>
            <a:xfrm>
              <a:off x="11350" y="2831"/>
              <a:ext cx="1614" cy="580"/>
            </a:xfrm>
            <a:prstGeom prst="rect">
              <a:avLst/>
            </a:prstGeom>
            <a:solidFill>
              <a:schemeClr val="accent1">
                <a:lumMod val="20000"/>
                <a:lumOff val="80000"/>
              </a:schemeClr>
            </a:solidFill>
            <a:ln>
              <a:solidFill>
                <a:schemeClr val="accent1">
                  <a:lumMod val="40000"/>
                  <a:lumOff val="60000"/>
                </a:schemeClr>
              </a:solidFill>
            </a:ln>
          </p:spPr>
          <p:txBody>
            <a:bodyPr wrap="square" rtlCol="0">
              <a:spAutoFit/>
            </a:bodyPr>
            <a:lstStyle/>
            <a:p>
              <a:pPr algn="ctr"/>
              <a:r>
                <a:rPr lang="en-US" altLang="zh-CN" b="1">
                  <a:latin typeface="Times New Roman" panose="02020603050405020304" pitchFamily="18" charset="0"/>
                  <a:cs typeface="Times New Roman" panose="02020603050405020304" pitchFamily="18" charset="0"/>
                </a:rPr>
                <a:t>LayerN</a:t>
              </a:r>
              <a:endParaRPr lang="en-US" altLang="zh-CN" b="1">
                <a:latin typeface="Times New Roman" panose="02020603050405020304" pitchFamily="18" charset="0"/>
                <a:cs typeface="Times New Roman" panose="02020603050405020304" pitchFamily="18" charset="0"/>
              </a:endParaRPr>
            </a:p>
          </p:txBody>
        </p:sp>
        <p:sp>
          <p:nvSpPr>
            <p:cNvPr id="123" name="文本框 122"/>
            <p:cNvSpPr txBox="1"/>
            <p:nvPr>
              <p:custDataLst>
                <p:tags r:id="rId9"/>
              </p:custDataLst>
            </p:nvPr>
          </p:nvSpPr>
          <p:spPr>
            <a:xfrm>
              <a:off x="5453" y="934"/>
              <a:ext cx="2591" cy="485"/>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Teacher Path</a:t>
              </a:r>
              <a:endParaRPr lang="en-US" altLang="zh-CN" sz="1400" dirty="0">
                <a:latin typeface="Times New Roman" panose="02020603050405020304" pitchFamily="18" charset="0"/>
                <a:cs typeface="Times New Roman" panose="02020603050405020304" pitchFamily="18" charset="0"/>
              </a:endParaRPr>
            </a:p>
          </p:txBody>
        </p:sp>
        <p:cxnSp>
          <p:nvCxnSpPr>
            <p:cNvPr id="33" name="直接箭头连接符 32"/>
            <p:cNvCxnSpPr>
              <a:stCxn id="91" idx="3"/>
              <a:endCxn id="55" idx="1"/>
            </p:cNvCxnSpPr>
            <p:nvPr>
              <p:custDataLst>
                <p:tags r:id="rId10"/>
              </p:custDataLst>
            </p:nvPr>
          </p:nvCxnSpPr>
          <p:spPr>
            <a:xfrm>
              <a:off x="12964" y="3121"/>
              <a:ext cx="891" cy="0"/>
            </a:xfrm>
            <a:prstGeom prst="straightConnector1">
              <a:avLst/>
            </a:prstGeom>
            <a:ln w="19050">
              <a:solidFill>
                <a:srgbClr val="767171"/>
              </a:solidFill>
              <a:tailEnd type="triangle"/>
            </a:ln>
          </p:spPr>
          <p:style>
            <a:lnRef idx="2">
              <a:schemeClr val="accent1"/>
            </a:lnRef>
            <a:fillRef idx="0">
              <a:srgbClr val="FFFFFF"/>
            </a:fillRef>
            <a:effectRef idx="0">
              <a:srgbClr val="FFFFFF"/>
            </a:effectRef>
            <a:fontRef idx="minor">
              <a:schemeClr val="tx1"/>
            </a:fontRef>
          </p:style>
        </p:cxnSp>
        <p:sp>
          <p:nvSpPr>
            <p:cNvPr id="51" name="文本框 50"/>
            <p:cNvSpPr txBox="1"/>
            <p:nvPr>
              <p:custDataLst>
                <p:tags r:id="rId11"/>
              </p:custDataLst>
            </p:nvPr>
          </p:nvSpPr>
          <p:spPr>
            <a:xfrm>
              <a:off x="13926" y="445"/>
              <a:ext cx="1582" cy="580"/>
            </a:xfrm>
            <a:prstGeom prst="rect">
              <a:avLst/>
            </a:prstGeom>
            <a:solidFill>
              <a:schemeClr val="accent2">
                <a:lumMod val="20000"/>
                <a:lumOff val="80000"/>
              </a:schemeClr>
            </a:solidFill>
            <a:ln>
              <a:solidFill>
                <a:schemeClr val="accent2">
                  <a:lumMod val="40000"/>
                  <a:lumOff val="60000"/>
                </a:schemeClr>
              </a:solidFill>
            </a:ln>
          </p:spPr>
          <p:txBody>
            <a:bodyPr wrap="square" rtlCol="0">
              <a:spAutoFit/>
            </a:bodyPr>
            <a:lstStyle/>
            <a:p>
              <a:pPr algn="ctr"/>
              <a:r>
                <a:rPr lang="en-US" altLang="zh-CN" b="1">
                  <a:latin typeface="Times New Roman" panose="02020603050405020304" pitchFamily="18" charset="0"/>
                  <a:cs typeface="Times New Roman" panose="02020603050405020304" pitchFamily="18" charset="0"/>
                </a:rPr>
                <a:t>Logit</a:t>
              </a:r>
              <a:endParaRPr lang="en-US" altLang="zh-CN" b="1">
                <a:latin typeface="Times New Roman" panose="02020603050405020304" pitchFamily="18" charset="0"/>
                <a:cs typeface="Times New Roman" panose="02020603050405020304" pitchFamily="18" charset="0"/>
              </a:endParaRPr>
            </a:p>
          </p:txBody>
        </p:sp>
        <p:sp>
          <p:nvSpPr>
            <p:cNvPr id="55" name="文本框 54"/>
            <p:cNvSpPr txBox="1"/>
            <p:nvPr>
              <p:custDataLst>
                <p:tags r:id="rId12"/>
              </p:custDataLst>
            </p:nvPr>
          </p:nvSpPr>
          <p:spPr>
            <a:xfrm>
              <a:off x="13855" y="2847"/>
              <a:ext cx="1582" cy="580"/>
            </a:xfrm>
            <a:prstGeom prst="rect">
              <a:avLst/>
            </a:prstGeom>
            <a:solidFill>
              <a:schemeClr val="accent1">
                <a:lumMod val="20000"/>
                <a:lumOff val="80000"/>
              </a:schemeClr>
            </a:solidFill>
            <a:ln>
              <a:solidFill>
                <a:schemeClr val="accent1">
                  <a:lumMod val="60000"/>
                  <a:lumOff val="40000"/>
                </a:schemeClr>
              </a:solidFill>
            </a:ln>
          </p:spPr>
          <p:txBody>
            <a:bodyPr wrap="square" rtlCol="0">
              <a:spAutoFit/>
            </a:bodyPr>
            <a:lstStyle/>
            <a:p>
              <a:pPr algn="ctr"/>
              <a:r>
                <a:rPr lang="en-US" altLang="zh-CN" b="1">
                  <a:latin typeface="Times New Roman" panose="02020603050405020304" pitchFamily="18" charset="0"/>
                  <a:cs typeface="Times New Roman" panose="02020603050405020304" pitchFamily="18" charset="0"/>
                </a:rPr>
                <a:t>Logit</a:t>
              </a:r>
              <a:endParaRPr lang="en-US" altLang="zh-CN" b="1">
                <a:latin typeface="Times New Roman" panose="02020603050405020304" pitchFamily="18" charset="0"/>
                <a:cs typeface="Times New Roman" panose="02020603050405020304" pitchFamily="18" charset="0"/>
              </a:endParaRPr>
            </a:p>
          </p:txBody>
        </p:sp>
        <p:grpSp>
          <p:nvGrpSpPr>
            <p:cNvPr id="160" name="组合 159"/>
            <p:cNvGrpSpPr/>
            <p:nvPr/>
          </p:nvGrpSpPr>
          <p:grpSpPr>
            <a:xfrm>
              <a:off x="2676" y="3385"/>
              <a:ext cx="1270" cy="4020"/>
              <a:chOff x="4662" y="1885"/>
              <a:chExt cx="1599" cy="5415"/>
            </a:xfrm>
          </p:grpSpPr>
          <p:grpSp>
            <p:nvGrpSpPr>
              <p:cNvPr id="158" name="组合 157"/>
              <p:cNvGrpSpPr/>
              <p:nvPr/>
            </p:nvGrpSpPr>
            <p:grpSpPr>
              <a:xfrm>
                <a:off x="4662" y="1885"/>
                <a:ext cx="1599" cy="5415"/>
                <a:chOff x="4471" y="1523"/>
                <a:chExt cx="2090" cy="5405"/>
              </a:xfrm>
            </p:grpSpPr>
            <p:pic>
              <p:nvPicPr>
                <p:cNvPr id="283" name="图片 282"/>
                <p:cNvPicPr>
                  <a:picLocks noChangeAspect="1"/>
                </p:cNvPicPr>
                <p:nvPr/>
              </p:nvPicPr>
              <p:blipFill>
                <a:blip r:embed="rId13"/>
                <a:stretch>
                  <a:fillRect/>
                </a:stretch>
              </p:blipFill>
              <p:spPr>
                <a:xfrm>
                  <a:off x="4471" y="1523"/>
                  <a:ext cx="2090" cy="5405"/>
                </a:xfrm>
                <a:prstGeom prst="rect">
                  <a:avLst/>
                </a:prstGeom>
              </p:spPr>
            </p:pic>
            <p:sp>
              <p:nvSpPr>
                <p:cNvPr id="284" name="矩形 283"/>
                <p:cNvSpPr/>
                <p:nvPr/>
              </p:nvSpPr>
              <p:spPr>
                <a:xfrm>
                  <a:off x="4729" y="1523"/>
                  <a:ext cx="1595" cy="5335"/>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pic>
              <p:nvPicPr>
                <p:cNvPr id="286" name="图片 28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730" y="2611"/>
                  <a:ext cx="1595" cy="774"/>
                </a:xfrm>
                <a:prstGeom prst="rect">
                  <a:avLst/>
                </a:prstGeom>
              </p:spPr>
            </p:pic>
            <p:pic>
              <p:nvPicPr>
                <p:cNvPr id="290" name="图片 289"/>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729" y="6194"/>
                  <a:ext cx="1595" cy="705"/>
                </a:xfrm>
                <a:prstGeom prst="rect">
                  <a:avLst/>
                </a:prstGeom>
              </p:spPr>
            </p:pic>
            <p:sp>
              <p:nvSpPr>
                <p:cNvPr id="291" name="文本框 290"/>
                <p:cNvSpPr txBox="1"/>
                <p:nvPr/>
              </p:nvSpPr>
              <p:spPr>
                <a:xfrm>
                  <a:off x="4626" y="2283"/>
                  <a:ext cx="1191" cy="416"/>
                </a:xfrm>
                <a:prstGeom prst="rect">
                  <a:avLst/>
                </a:prstGeom>
                <a:noFill/>
              </p:spPr>
              <p:txBody>
                <a:bodyPr vert="eaVert" wrap="square" rtlCol="0">
                  <a:spAutoFit/>
                </a:bodyPr>
                <a:lstStyle/>
                <a:p>
                  <a:r>
                    <a:rPr lang="en-US" altLang="zh-CN">
                      <a:solidFill>
                        <a:schemeClr val="bg1"/>
                      </a:solidFill>
                    </a:rPr>
                    <a:t>…</a:t>
                  </a:r>
                  <a:endParaRPr lang="zh-CN" altLang="en-US">
                    <a:solidFill>
                      <a:schemeClr val="bg1"/>
                    </a:solidFill>
                  </a:endParaRPr>
                </a:p>
              </p:txBody>
            </p:sp>
            <p:sp>
              <p:nvSpPr>
                <p:cNvPr id="292" name="文本框 291"/>
                <p:cNvSpPr txBox="1"/>
                <p:nvPr/>
              </p:nvSpPr>
              <p:spPr>
                <a:xfrm>
                  <a:off x="4581" y="5801"/>
                  <a:ext cx="1191" cy="416"/>
                </a:xfrm>
                <a:prstGeom prst="rect">
                  <a:avLst/>
                </a:prstGeom>
                <a:noFill/>
              </p:spPr>
              <p:txBody>
                <a:bodyPr vert="eaVert" wrap="square" rtlCol="0">
                  <a:spAutoFit/>
                </a:bodyPr>
                <a:lstStyle/>
                <a:p>
                  <a:r>
                    <a:rPr lang="en-US" altLang="zh-CN">
                      <a:solidFill>
                        <a:schemeClr val="bg1"/>
                      </a:solidFill>
                    </a:rPr>
                    <a:t>…</a:t>
                  </a:r>
                  <a:endParaRPr lang="zh-CN" altLang="en-US">
                    <a:solidFill>
                      <a:schemeClr val="bg1"/>
                    </a:solidFill>
                  </a:endParaRPr>
                </a:p>
              </p:txBody>
            </p:sp>
          </p:grpSp>
          <p:pic>
            <p:nvPicPr>
              <p:cNvPr id="141" name="图片 140" descr="00001"/>
              <p:cNvPicPr>
                <a:picLocks noChangeAspect="1"/>
              </p:cNvPicPr>
              <p:nvPr/>
            </p:nvPicPr>
            <p:blipFill>
              <a:blip r:embed="rId16"/>
              <a:stretch>
                <a:fillRect/>
              </a:stretch>
            </p:blipFill>
            <p:spPr>
              <a:xfrm>
                <a:off x="4789" y="1885"/>
                <a:ext cx="1290" cy="760"/>
              </a:xfrm>
              <a:prstGeom prst="rect">
                <a:avLst/>
              </a:prstGeom>
            </p:spPr>
          </p:pic>
          <p:pic>
            <p:nvPicPr>
              <p:cNvPr id="142" name="图片 141" descr="00015"/>
              <p:cNvPicPr/>
              <p:nvPr/>
            </p:nvPicPr>
            <p:blipFill>
              <a:blip r:embed="rId17"/>
              <a:stretch>
                <a:fillRect/>
              </a:stretch>
            </p:blipFill>
            <p:spPr>
              <a:xfrm>
                <a:off x="4859" y="2975"/>
                <a:ext cx="1221" cy="776"/>
              </a:xfrm>
              <a:prstGeom prst="rect">
                <a:avLst/>
              </a:prstGeom>
            </p:spPr>
          </p:pic>
          <p:pic>
            <p:nvPicPr>
              <p:cNvPr id="143" name="图片 142" descr="00021"/>
              <p:cNvPicPr>
                <a:picLocks noChangeAspect="1"/>
              </p:cNvPicPr>
              <p:nvPr/>
            </p:nvPicPr>
            <p:blipFill>
              <a:blip r:embed="rId18"/>
              <a:stretch>
                <a:fillRect/>
              </a:stretch>
            </p:blipFill>
            <p:spPr>
              <a:xfrm>
                <a:off x="4845" y="3757"/>
                <a:ext cx="1221" cy="795"/>
              </a:xfrm>
              <a:prstGeom prst="rect">
                <a:avLst/>
              </a:prstGeom>
            </p:spPr>
          </p:pic>
          <p:pic>
            <p:nvPicPr>
              <p:cNvPr id="144" name="图片 143" descr="00025"/>
              <p:cNvPicPr>
                <a:picLocks noChangeAspect="1"/>
              </p:cNvPicPr>
              <p:nvPr/>
            </p:nvPicPr>
            <p:blipFill>
              <a:blip r:embed="rId19"/>
              <a:stretch>
                <a:fillRect/>
              </a:stretch>
            </p:blipFill>
            <p:spPr>
              <a:xfrm>
                <a:off x="4832" y="5386"/>
                <a:ext cx="1220" cy="803"/>
              </a:xfrm>
              <a:prstGeom prst="rect">
                <a:avLst/>
              </a:prstGeom>
            </p:spPr>
          </p:pic>
          <p:pic>
            <p:nvPicPr>
              <p:cNvPr id="159" name="图片 158" descr="00025"/>
              <p:cNvPicPr>
                <a:picLocks noChangeAspect="1"/>
              </p:cNvPicPr>
              <p:nvPr/>
            </p:nvPicPr>
            <p:blipFill>
              <a:blip r:embed="rId19"/>
              <a:stretch>
                <a:fillRect/>
              </a:stretch>
            </p:blipFill>
            <p:spPr>
              <a:xfrm>
                <a:off x="4852" y="4590"/>
                <a:ext cx="1219" cy="764"/>
              </a:xfrm>
              <a:prstGeom prst="rect">
                <a:avLst/>
              </a:prstGeom>
            </p:spPr>
          </p:pic>
          <p:pic>
            <p:nvPicPr>
              <p:cNvPr id="145" name="图片 144" descr="00033"/>
              <p:cNvPicPr>
                <a:picLocks noChangeAspect="1"/>
              </p:cNvPicPr>
              <p:nvPr/>
            </p:nvPicPr>
            <p:blipFill>
              <a:blip r:embed="rId20"/>
              <a:stretch>
                <a:fillRect/>
              </a:stretch>
            </p:blipFill>
            <p:spPr>
              <a:xfrm>
                <a:off x="4859" y="6565"/>
                <a:ext cx="1221" cy="705"/>
              </a:xfrm>
              <a:prstGeom prst="rect">
                <a:avLst/>
              </a:prstGeom>
            </p:spPr>
          </p:pic>
        </p:grpSp>
        <p:grpSp>
          <p:nvGrpSpPr>
            <p:cNvPr id="34" name="组合 33"/>
            <p:cNvGrpSpPr/>
            <p:nvPr/>
          </p:nvGrpSpPr>
          <p:grpSpPr>
            <a:xfrm>
              <a:off x="1305" y="4471"/>
              <a:ext cx="852" cy="864"/>
              <a:chOff x="2851" y="2382"/>
              <a:chExt cx="852" cy="864"/>
            </a:xfrm>
          </p:grpSpPr>
          <p:grpSp>
            <p:nvGrpSpPr>
              <p:cNvPr id="266" name="组合 265"/>
              <p:cNvGrpSpPr/>
              <p:nvPr/>
            </p:nvGrpSpPr>
            <p:grpSpPr>
              <a:xfrm>
                <a:off x="2851" y="2382"/>
                <a:ext cx="852" cy="865"/>
                <a:chOff x="5530850" y="348456"/>
                <a:chExt cx="541156" cy="540000"/>
              </a:xfrm>
            </p:grpSpPr>
            <p:sp>
              <p:nvSpPr>
                <p:cNvPr id="336" name="矩形 335"/>
                <p:cNvSpPr/>
                <p:nvPr/>
              </p:nvSpPr>
              <p:spPr>
                <a:xfrm>
                  <a:off x="5530850" y="34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7" name="矩形 336"/>
                <p:cNvSpPr/>
                <p:nvPr/>
              </p:nvSpPr>
              <p:spPr>
                <a:xfrm>
                  <a:off x="5711428" y="34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8" name="矩形 337"/>
                <p:cNvSpPr/>
                <p:nvPr/>
              </p:nvSpPr>
              <p:spPr>
                <a:xfrm>
                  <a:off x="5892006" y="34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9" name="矩形 338"/>
                <p:cNvSpPr/>
                <p:nvPr/>
              </p:nvSpPr>
              <p:spPr>
                <a:xfrm>
                  <a:off x="5530850" y="52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0" name="矩形 339"/>
                <p:cNvSpPr/>
                <p:nvPr/>
              </p:nvSpPr>
              <p:spPr>
                <a:xfrm>
                  <a:off x="5711428" y="52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1" name="矩形 340"/>
                <p:cNvSpPr/>
                <p:nvPr/>
              </p:nvSpPr>
              <p:spPr>
                <a:xfrm>
                  <a:off x="5892006" y="52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2" name="矩形 341"/>
                <p:cNvSpPr/>
                <p:nvPr/>
              </p:nvSpPr>
              <p:spPr>
                <a:xfrm>
                  <a:off x="5530850" y="70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3" name="矩形 342"/>
                <p:cNvSpPr/>
                <p:nvPr/>
              </p:nvSpPr>
              <p:spPr>
                <a:xfrm>
                  <a:off x="5711428" y="70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4" name="矩形 343"/>
                <p:cNvSpPr/>
                <p:nvPr/>
              </p:nvSpPr>
              <p:spPr>
                <a:xfrm>
                  <a:off x="5892006" y="70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70" name="直接箭头连接符 269"/>
              <p:cNvCxnSpPr/>
              <p:nvPr/>
            </p:nvCxnSpPr>
            <p:spPr>
              <a:xfrm flipV="1">
                <a:off x="2927" y="2452"/>
                <a:ext cx="133" cy="181"/>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直接箭头连接符 270"/>
              <p:cNvCxnSpPr/>
              <p:nvPr/>
            </p:nvCxnSpPr>
            <p:spPr>
              <a:xfrm flipV="1">
                <a:off x="2978" y="2735"/>
                <a:ext cx="0" cy="188"/>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2" name="直接箭头连接符 271"/>
              <p:cNvCxnSpPr/>
              <p:nvPr/>
            </p:nvCxnSpPr>
            <p:spPr>
              <a:xfrm>
                <a:off x="2978" y="3001"/>
                <a:ext cx="82" cy="199"/>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直接箭头连接符 272"/>
              <p:cNvCxnSpPr/>
              <p:nvPr/>
            </p:nvCxnSpPr>
            <p:spPr>
              <a:xfrm flipV="1">
                <a:off x="3495" y="2435"/>
                <a:ext cx="133" cy="181"/>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4" name="直接箭头连接符 273"/>
              <p:cNvCxnSpPr/>
              <p:nvPr/>
            </p:nvCxnSpPr>
            <p:spPr>
              <a:xfrm flipV="1">
                <a:off x="3210" y="2439"/>
                <a:ext cx="117" cy="194"/>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直接箭头连接符 274"/>
              <p:cNvCxnSpPr/>
              <p:nvPr/>
            </p:nvCxnSpPr>
            <p:spPr>
              <a:xfrm>
                <a:off x="3495" y="2777"/>
                <a:ext cx="205" cy="112"/>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6" name="直接箭头连接符 275"/>
              <p:cNvCxnSpPr/>
              <p:nvPr/>
            </p:nvCxnSpPr>
            <p:spPr>
              <a:xfrm flipV="1">
                <a:off x="3462" y="3061"/>
                <a:ext cx="212" cy="82"/>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7" name="直接箭头连接符 276"/>
              <p:cNvCxnSpPr/>
              <p:nvPr/>
            </p:nvCxnSpPr>
            <p:spPr>
              <a:xfrm flipV="1">
                <a:off x="3211" y="2750"/>
                <a:ext cx="133" cy="181"/>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8" name="直接箭头连接符 277"/>
              <p:cNvCxnSpPr/>
              <p:nvPr/>
            </p:nvCxnSpPr>
            <p:spPr>
              <a:xfrm>
                <a:off x="3278" y="3008"/>
                <a:ext cx="0" cy="195"/>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1305" y="3501"/>
              <a:ext cx="852" cy="864"/>
              <a:chOff x="15494" y="8323"/>
              <a:chExt cx="852" cy="864"/>
            </a:xfrm>
          </p:grpSpPr>
          <p:grpSp>
            <p:nvGrpSpPr>
              <p:cNvPr id="38" name="组合 37"/>
              <p:cNvGrpSpPr/>
              <p:nvPr/>
            </p:nvGrpSpPr>
            <p:grpSpPr>
              <a:xfrm>
                <a:off x="15494" y="8323"/>
                <a:ext cx="852" cy="865"/>
                <a:chOff x="5530850" y="348456"/>
                <a:chExt cx="541156" cy="540000"/>
              </a:xfrm>
            </p:grpSpPr>
            <p:sp>
              <p:nvSpPr>
                <p:cNvPr id="40" name="矩形 39"/>
                <p:cNvSpPr/>
                <p:nvPr/>
              </p:nvSpPr>
              <p:spPr>
                <a:xfrm>
                  <a:off x="5530850" y="34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5711428" y="34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5892006" y="34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5530850" y="52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5711428" y="52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5892006" y="52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5530850" y="70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5711428" y="70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5892006" y="70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01" name="直接箭头连接符 300"/>
              <p:cNvCxnSpPr/>
              <p:nvPr/>
            </p:nvCxnSpPr>
            <p:spPr>
              <a:xfrm flipV="1">
                <a:off x="15595" y="8376"/>
                <a:ext cx="92" cy="219"/>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2" name="直接箭头连接符 301"/>
              <p:cNvCxnSpPr/>
              <p:nvPr/>
            </p:nvCxnSpPr>
            <p:spPr>
              <a:xfrm flipH="1" flipV="1">
                <a:off x="15629" y="8683"/>
                <a:ext cx="35" cy="189"/>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3" name="直接箭头连接符 302"/>
              <p:cNvCxnSpPr/>
              <p:nvPr/>
            </p:nvCxnSpPr>
            <p:spPr>
              <a:xfrm flipH="1">
                <a:off x="15574" y="8978"/>
                <a:ext cx="94" cy="166"/>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4" name="直接箭头连接符 303"/>
              <p:cNvCxnSpPr/>
              <p:nvPr/>
            </p:nvCxnSpPr>
            <p:spPr>
              <a:xfrm flipV="1">
                <a:off x="16138" y="8376"/>
                <a:ext cx="133" cy="181"/>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5" name="直接箭头连接符 304"/>
              <p:cNvCxnSpPr/>
              <p:nvPr/>
            </p:nvCxnSpPr>
            <p:spPr>
              <a:xfrm flipH="1" flipV="1">
                <a:off x="15853" y="8406"/>
                <a:ext cx="118" cy="163"/>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6" name="直接箭头连接符 305"/>
              <p:cNvCxnSpPr/>
              <p:nvPr/>
            </p:nvCxnSpPr>
            <p:spPr>
              <a:xfrm>
                <a:off x="16138" y="8718"/>
                <a:ext cx="205" cy="112"/>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7" name="直接箭头连接符 306"/>
              <p:cNvCxnSpPr/>
              <p:nvPr/>
            </p:nvCxnSpPr>
            <p:spPr>
              <a:xfrm flipV="1">
                <a:off x="16105" y="9002"/>
                <a:ext cx="212" cy="82"/>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8" name="直接箭头连接符 307"/>
              <p:cNvCxnSpPr/>
              <p:nvPr/>
            </p:nvCxnSpPr>
            <p:spPr>
              <a:xfrm flipV="1">
                <a:off x="15854" y="8696"/>
                <a:ext cx="67" cy="177"/>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9" name="直接箭头连接符 308"/>
              <p:cNvCxnSpPr/>
              <p:nvPr/>
            </p:nvCxnSpPr>
            <p:spPr>
              <a:xfrm>
                <a:off x="15921" y="8949"/>
                <a:ext cx="0" cy="195"/>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a:off x="1305" y="5441"/>
              <a:ext cx="852" cy="864"/>
              <a:chOff x="10556" y="8872"/>
              <a:chExt cx="852" cy="864"/>
            </a:xfrm>
          </p:grpSpPr>
          <p:grpSp>
            <p:nvGrpSpPr>
              <p:cNvPr id="268" name="组合 267"/>
              <p:cNvGrpSpPr/>
              <p:nvPr/>
            </p:nvGrpSpPr>
            <p:grpSpPr>
              <a:xfrm>
                <a:off x="10556" y="8872"/>
                <a:ext cx="852" cy="865"/>
                <a:chOff x="5530850" y="348456"/>
                <a:chExt cx="541156" cy="540000"/>
              </a:xfrm>
            </p:grpSpPr>
            <p:sp>
              <p:nvSpPr>
                <p:cNvPr id="327" name="矩形 326"/>
                <p:cNvSpPr/>
                <p:nvPr/>
              </p:nvSpPr>
              <p:spPr>
                <a:xfrm>
                  <a:off x="5530850" y="34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8" name="矩形 327"/>
                <p:cNvSpPr/>
                <p:nvPr/>
              </p:nvSpPr>
              <p:spPr>
                <a:xfrm>
                  <a:off x="5711428" y="34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9" name="矩形 328"/>
                <p:cNvSpPr/>
                <p:nvPr/>
              </p:nvSpPr>
              <p:spPr>
                <a:xfrm>
                  <a:off x="5892006" y="34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0" name="矩形 329"/>
                <p:cNvSpPr/>
                <p:nvPr/>
              </p:nvSpPr>
              <p:spPr>
                <a:xfrm>
                  <a:off x="5530850" y="52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1" name="矩形 330"/>
                <p:cNvSpPr/>
                <p:nvPr/>
              </p:nvSpPr>
              <p:spPr>
                <a:xfrm>
                  <a:off x="5711428" y="52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2" name="矩形 331"/>
                <p:cNvSpPr/>
                <p:nvPr/>
              </p:nvSpPr>
              <p:spPr>
                <a:xfrm>
                  <a:off x="5892006" y="52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3" name="矩形 332"/>
                <p:cNvSpPr/>
                <p:nvPr/>
              </p:nvSpPr>
              <p:spPr>
                <a:xfrm>
                  <a:off x="5530850" y="70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4" name="矩形 333"/>
                <p:cNvSpPr/>
                <p:nvPr/>
              </p:nvSpPr>
              <p:spPr>
                <a:xfrm>
                  <a:off x="5711428" y="70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5" name="矩形 334"/>
                <p:cNvSpPr/>
                <p:nvPr/>
              </p:nvSpPr>
              <p:spPr>
                <a:xfrm>
                  <a:off x="5892006" y="70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279" name="直接箭头连接符 278"/>
              <p:cNvCxnSpPr/>
              <p:nvPr/>
            </p:nvCxnSpPr>
            <p:spPr>
              <a:xfrm flipH="1" flipV="1">
                <a:off x="10607" y="8939"/>
                <a:ext cx="180" cy="154"/>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0" name="直接箭头连接符 279"/>
              <p:cNvCxnSpPr/>
              <p:nvPr/>
            </p:nvCxnSpPr>
            <p:spPr>
              <a:xfrm flipH="1" flipV="1">
                <a:off x="10952" y="8924"/>
                <a:ext cx="90" cy="184"/>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1" name="直接箭头连接符 280"/>
              <p:cNvCxnSpPr/>
              <p:nvPr/>
            </p:nvCxnSpPr>
            <p:spPr>
              <a:xfrm flipV="1">
                <a:off x="11204" y="8922"/>
                <a:ext cx="165" cy="147"/>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2" name="直接箭头连接符 281"/>
              <p:cNvCxnSpPr/>
              <p:nvPr/>
            </p:nvCxnSpPr>
            <p:spPr>
              <a:xfrm flipH="1">
                <a:off x="10599" y="9265"/>
                <a:ext cx="180" cy="107"/>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flipH="1">
                <a:off x="10646" y="9475"/>
                <a:ext cx="109" cy="208"/>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a:off x="10919" y="9501"/>
                <a:ext cx="155" cy="185"/>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5" name="直接箭头连接符 284"/>
              <p:cNvCxnSpPr/>
              <p:nvPr/>
            </p:nvCxnSpPr>
            <p:spPr>
              <a:xfrm>
                <a:off x="11194" y="9507"/>
                <a:ext cx="175" cy="161"/>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flipV="1">
                <a:off x="11172" y="9245"/>
                <a:ext cx="217" cy="107"/>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flipV="1">
                <a:off x="10960" y="9197"/>
                <a:ext cx="80" cy="207"/>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7" name="组合 66"/>
            <p:cNvGrpSpPr/>
            <p:nvPr/>
          </p:nvGrpSpPr>
          <p:grpSpPr>
            <a:xfrm>
              <a:off x="1305" y="6411"/>
              <a:ext cx="852" cy="864"/>
              <a:chOff x="15494" y="8323"/>
              <a:chExt cx="852" cy="864"/>
            </a:xfrm>
          </p:grpSpPr>
          <p:grpSp>
            <p:nvGrpSpPr>
              <p:cNvPr id="68" name="组合 67"/>
              <p:cNvGrpSpPr/>
              <p:nvPr/>
            </p:nvGrpSpPr>
            <p:grpSpPr>
              <a:xfrm>
                <a:off x="15494" y="8323"/>
                <a:ext cx="852" cy="865"/>
                <a:chOff x="5530850" y="348456"/>
                <a:chExt cx="541156" cy="540000"/>
              </a:xfrm>
            </p:grpSpPr>
            <p:sp>
              <p:nvSpPr>
                <p:cNvPr id="69" name="矩形 68"/>
                <p:cNvSpPr/>
                <p:nvPr/>
              </p:nvSpPr>
              <p:spPr>
                <a:xfrm>
                  <a:off x="5530850" y="34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5711428" y="34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5892006" y="34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a:off x="5530850" y="52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p:cNvSpPr/>
                <p:nvPr/>
              </p:nvSpPr>
              <p:spPr>
                <a:xfrm>
                  <a:off x="5711428" y="52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p:cNvSpPr/>
                <p:nvPr/>
              </p:nvSpPr>
              <p:spPr>
                <a:xfrm>
                  <a:off x="5892006" y="52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5530850" y="70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5711428" y="70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nvSpPr>
              <p:spPr>
                <a:xfrm>
                  <a:off x="5892006" y="708456"/>
                  <a:ext cx="180000" cy="180000"/>
                </a:xfrm>
                <a:prstGeom prst="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4" name="直接箭头连接符 83"/>
              <p:cNvCxnSpPr/>
              <p:nvPr/>
            </p:nvCxnSpPr>
            <p:spPr>
              <a:xfrm flipV="1">
                <a:off x="15595" y="8376"/>
                <a:ext cx="92" cy="219"/>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a:xfrm flipH="1" flipV="1">
                <a:off x="15629" y="8683"/>
                <a:ext cx="35" cy="189"/>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p:cNvCxnSpPr/>
              <p:nvPr/>
            </p:nvCxnSpPr>
            <p:spPr>
              <a:xfrm flipH="1">
                <a:off x="15574" y="8978"/>
                <a:ext cx="94" cy="166"/>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p:nvPr/>
            </p:nvCxnSpPr>
            <p:spPr>
              <a:xfrm flipV="1">
                <a:off x="16138" y="8376"/>
                <a:ext cx="133" cy="181"/>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p:nvPr/>
            </p:nvCxnSpPr>
            <p:spPr>
              <a:xfrm flipH="1" flipV="1">
                <a:off x="15853" y="8406"/>
                <a:ext cx="118" cy="163"/>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p:nvPr/>
            </p:nvCxnSpPr>
            <p:spPr>
              <a:xfrm>
                <a:off x="16138" y="8718"/>
                <a:ext cx="205" cy="112"/>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p:cNvCxnSpPr/>
              <p:nvPr/>
            </p:nvCxnSpPr>
            <p:spPr>
              <a:xfrm flipV="1">
                <a:off x="16105" y="9002"/>
                <a:ext cx="212" cy="82"/>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直接箭头连接符 121"/>
              <p:cNvCxnSpPr/>
              <p:nvPr/>
            </p:nvCxnSpPr>
            <p:spPr>
              <a:xfrm flipV="1">
                <a:off x="15854" y="8696"/>
                <a:ext cx="67" cy="177"/>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接箭头连接符 124"/>
              <p:cNvCxnSpPr/>
              <p:nvPr/>
            </p:nvCxnSpPr>
            <p:spPr>
              <a:xfrm>
                <a:off x="15921" y="8949"/>
                <a:ext cx="0" cy="195"/>
              </a:xfrm>
              <a:prstGeom prst="straightConnector1">
                <a:avLst/>
              </a:prstGeom>
              <a:ln w="190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73" name="左大括号 172"/>
            <p:cNvSpPr/>
            <p:nvPr/>
          </p:nvSpPr>
          <p:spPr>
            <a:xfrm rot="5400000">
              <a:off x="2318" y="2013"/>
              <a:ext cx="429" cy="1992"/>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grpSp>
          <p:nvGrpSpPr>
            <p:cNvPr id="187" name="组合 186"/>
            <p:cNvGrpSpPr/>
            <p:nvPr/>
          </p:nvGrpSpPr>
          <p:grpSpPr>
            <a:xfrm>
              <a:off x="1304" y="822"/>
              <a:ext cx="2606" cy="1809"/>
              <a:chOff x="1511" y="1304"/>
              <a:chExt cx="2070" cy="1696"/>
            </a:xfrm>
          </p:grpSpPr>
          <p:sp>
            <p:nvSpPr>
              <p:cNvPr id="175" name="矩形 174"/>
              <p:cNvSpPr/>
              <p:nvPr/>
            </p:nvSpPr>
            <p:spPr>
              <a:xfrm>
                <a:off x="1511" y="1304"/>
                <a:ext cx="2070" cy="169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pic>
            <p:nvPicPr>
              <p:cNvPr id="177" name="图片 176" descr="C:/Users/59269/Desktop/图片1.png图片1"/>
              <p:cNvPicPr>
                <a:picLocks noChangeAspect="1"/>
              </p:cNvPicPr>
              <p:nvPr/>
            </p:nvPicPr>
            <p:blipFill>
              <a:blip r:embed="rId18"/>
              <a:srcRect t="3061" b="3061"/>
              <a:stretch>
                <a:fillRect/>
              </a:stretch>
            </p:blipFill>
            <p:spPr>
              <a:xfrm>
                <a:off x="1551" y="1335"/>
                <a:ext cx="1421" cy="1001"/>
              </a:xfrm>
              <a:prstGeom prst="rect">
                <a:avLst/>
              </a:prstGeom>
            </p:spPr>
          </p:pic>
          <p:pic>
            <p:nvPicPr>
              <p:cNvPr id="178" name="图片 177" descr="C:/Users/59269/Desktop/图片1.png图片1"/>
              <p:cNvPicPr>
                <a:picLocks noChangeAspect="1"/>
              </p:cNvPicPr>
              <p:nvPr/>
            </p:nvPicPr>
            <p:blipFill>
              <a:blip r:embed="rId18"/>
              <a:srcRect t="3061" b="3061"/>
              <a:stretch>
                <a:fillRect/>
              </a:stretch>
            </p:blipFill>
            <p:spPr>
              <a:xfrm>
                <a:off x="1634" y="1419"/>
                <a:ext cx="1421" cy="1001"/>
              </a:xfrm>
              <a:prstGeom prst="rect">
                <a:avLst/>
              </a:prstGeom>
            </p:spPr>
          </p:pic>
          <p:pic>
            <p:nvPicPr>
              <p:cNvPr id="179" name="图片 178" descr="C:/Users/59269/Desktop/图片1.png图片1"/>
              <p:cNvPicPr>
                <a:picLocks noChangeAspect="1"/>
              </p:cNvPicPr>
              <p:nvPr/>
            </p:nvPicPr>
            <p:blipFill>
              <a:blip r:embed="rId18"/>
              <a:srcRect t="3061" b="3061"/>
              <a:stretch>
                <a:fillRect/>
              </a:stretch>
            </p:blipFill>
            <p:spPr>
              <a:xfrm>
                <a:off x="1717" y="1503"/>
                <a:ext cx="1421" cy="1001"/>
              </a:xfrm>
              <a:prstGeom prst="rect">
                <a:avLst/>
              </a:prstGeom>
            </p:spPr>
          </p:pic>
          <p:pic>
            <p:nvPicPr>
              <p:cNvPr id="180" name="图片 179" descr="C:/Users/59269/Desktop/图片1.png图片1"/>
              <p:cNvPicPr>
                <a:picLocks noChangeAspect="1"/>
              </p:cNvPicPr>
              <p:nvPr/>
            </p:nvPicPr>
            <p:blipFill>
              <a:blip r:embed="rId18"/>
              <a:srcRect t="3031" b="3031"/>
              <a:stretch>
                <a:fillRect/>
              </a:stretch>
            </p:blipFill>
            <p:spPr>
              <a:xfrm>
                <a:off x="1786" y="1577"/>
                <a:ext cx="1435" cy="1011"/>
              </a:xfrm>
              <a:prstGeom prst="rect">
                <a:avLst/>
              </a:prstGeom>
            </p:spPr>
          </p:pic>
          <p:pic>
            <p:nvPicPr>
              <p:cNvPr id="181" name="图片 180" descr="C:/Users/59269/Desktop/图片1.png图片1"/>
              <p:cNvPicPr>
                <a:picLocks noChangeAspect="1"/>
              </p:cNvPicPr>
              <p:nvPr/>
            </p:nvPicPr>
            <p:blipFill>
              <a:blip r:embed="rId18"/>
              <a:srcRect t="3061" b="3061"/>
              <a:stretch>
                <a:fillRect/>
              </a:stretch>
            </p:blipFill>
            <p:spPr>
              <a:xfrm>
                <a:off x="1882" y="1671"/>
                <a:ext cx="1421" cy="1001"/>
              </a:xfrm>
              <a:prstGeom prst="rect">
                <a:avLst/>
              </a:prstGeom>
            </p:spPr>
          </p:pic>
          <p:pic>
            <p:nvPicPr>
              <p:cNvPr id="182" name="图片 181" descr="C:/Users/59269/Desktop/图片1.png图片1"/>
              <p:cNvPicPr>
                <a:picLocks noChangeAspect="1"/>
              </p:cNvPicPr>
              <p:nvPr/>
            </p:nvPicPr>
            <p:blipFill>
              <a:blip r:embed="rId18"/>
              <a:srcRect t="3061" b="3061"/>
              <a:stretch>
                <a:fillRect/>
              </a:stretch>
            </p:blipFill>
            <p:spPr>
              <a:xfrm>
                <a:off x="1965" y="1756"/>
                <a:ext cx="1421" cy="1001"/>
              </a:xfrm>
              <a:prstGeom prst="rect">
                <a:avLst/>
              </a:prstGeom>
            </p:spPr>
          </p:pic>
          <p:pic>
            <p:nvPicPr>
              <p:cNvPr id="183" name="图片 182" descr="C:/Users/59269/Desktop/图片1.png图片1"/>
              <p:cNvPicPr>
                <a:picLocks noChangeAspect="1"/>
              </p:cNvPicPr>
              <p:nvPr/>
            </p:nvPicPr>
            <p:blipFill>
              <a:blip r:embed="rId18"/>
              <a:srcRect t="3061" b="3061"/>
              <a:stretch>
                <a:fillRect/>
              </a:stretch>
            </p:blipFill>
            <p:spPr>
              <a:xfrm>
                <a:off x="2048" y="1840"/>
                <a:ext cx="1421" cy="1001"/>
              </a:xfrm>
              <a:prstGeom prst="rect">
                <a:avLst/>
              </a:prstGeom>
            </p:spPr>
          </p:pic>
          <p:pic>
            <p:nvPicPr>
              <p:cNvPr id="184" name="图片 183" descr="C:/Users/59269/Desktop/图片1.png图片1"/>
              <p:cNvPicPr>
                <a:picLocks noChangeAspect="1"/>
              </p:cNvPicPr>
              <p:nvPr/>
            </p:nvPicPr>
            <p:blipFill>
              <a:blip r:embed="rId18"/>
              <a:srcRect t="3061" b="3061"/>
              <a:stretch>
                <a:fillRect/>
              </a:stretch>
            </p:blipFill>
            <p:spPr>
              <a:xfrm>
                <a:off x="2131" y="1924"/>
                <a:ext cx="1421" cy="1001"/>
              </a:xfrm>
              <a:prstGeom prst="rect">
                <a:avLst/>
              </a:prstGeom>
            </p:spPr>
          </p:pic>
          <p:cxnSp>
            <p:nvCxnSpPr>
              <p:cNvPr id="185" name="直接箭头连接符 184"/>
              <p:cNvCxnSpPr/>
              <p:nvPr/>
            </p:nvCxnSpPr>
            <p:spPr>
              <a:xfrm>
                <a:off x="1589" y="2504"/>
                <a:ext cx="429" cy="4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6" name="文本框 185"/>
            <p:cNvSpPr txBox="1"/>
            <p:nvPr/>
          </p:nvSpPr>
          <p:spPr>
            <a:xfrm>
              <a:off x="2805" y="2551"/>
              <a:ext cx="1462" cy="361"/>
            </a:xfrm>
            <a:prstGeom prst="rect">
              <a:avLst/>
            </a:prstGeom>
            <a:noFill/>
          </p:spPr>
          <p:txBody>
            <a:bodyPr wrap="square" rtlCol="0">
              <a:noAutofit/>
            </a:bodyPr>
            <a:lstStyle/>
            <a:p>
              <a:r>
                <a:rPr lang="en-US" altLang="zh-CN" sz="1400">
                  <a:latin typeface="Times New Roman" panose="02020603050405020304" pitchFamily="18" charset="0"/>
                  <a:ea typeface="仿宋" panose="02010609060101010101" pitchFamily="49" charset="-122"/>
                  <a:cs typeface="Times New Roman" panose="02020603050405020304" pitchFamily="18" charset="0"/>
                </a:rPr>
                <a:t>Update</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p:txBody>
        </p:sp>
        <p:cxnSp>
          <p:nvCxnSpPr>
            <p:cNvPr id="188" name="肘形连接符 187"/>
            <p:cNvCxnSpPr>
              <a:endCxn id="52" idx="1"/>
            </p:cNvCxnSpPr>
            <p:nvPr/>
          </p:nvCxnSpPr>
          <p:spPr>
            <a:xfrm flipV="1">
              <a:off x="3880" y="733"/>
              <a:ext cx="2309" cy="1072"/>
            </a:xfrm>
            <a:prstGeom prst="bentConnector3">
              <a:avLst>
                <a:gd name="adj1" fmla="val 50022"/>
              </a:avLst>
            </a:prstGeom>
            <a:ln w="19050">
              <a:solidFill>
                <a:srgbClr val="767171"/>
              </a:solidFill>
              <a:tailEnd type="triangle"/>
            </a:ln>
          </p:spPr>
          <p:style>
            <a:lnRef idx="2">
              <a:schemeClr val="accent1"/>
            </a:lnRef>
            <a:fillRef idx="0">
              <a:srgbClr val="FFFFFF"/>
            </a:fillRef>
            <a:effectRef idx="0">
              <a:srgbClr val="FFFFFF"/>
            </a:effectRef>
            <a:fontRef idx="minor">
              <a:schemeClr val="tx1"/>
            </a:fontRef>
          </p:style>
        </p:cxnSp>
        <p:cxnSp>
          <p:nvCxnSpPr>
            <p:cNvPr id="189" name="直接箭头连接符 188"/>
            <p:cNvCxnSpPr/>
            <p:nvPr/>
          </p:nvCxnSpPr>
          <p:spPr>
            <a:xfrm>
              <a:off x="7770" y="730"/>
              <a:ext cx="968" cy="6"/>
            </a:xfrm>
            <a:prstGeom prst="straightConnector1">
              <a:avLst/>
            </a:prstGeom>
            <a:ln w="19050">
              <a:solidFill>
                <a:srgbClr val="767171"/>
              </a:solidFill>
              <a:tailEnd type="triangle"/>
            </a:ln>
          </p:spPr>
          <p:style>
            <a:lnRef idx="2">
              <a:schemeClr val="accent1"/>
            </a:lnRef>
            <a:fillRef idx="0">
              <a:srgbClr val="FFFFFF"/>
            </a:fillRef>
            <a:effectRef idx="0">
              <a:srgbClr val="FFFFFF"/>
            </a:effectRef>
            <a:fontRef idx="minor">
              <a:schemeClr val="tx1"/>
            </a:fontRef>
          </p:style>
        </p:cxnSp>
        <p:cxnSp>
          <p:nvCxnSpPr>
            <p:cNvPr id="190" name="直接箭头连接符 189"/>
            <p:cNvCxnSpPr/>
            <p:nvPr/>
          </p:nvCxnSpPr>
          <p:spPr>
            <a:xfrm>
              <a:off x="12954" y="707"/>
              <a:ext cx="928" cy="14"/>
            </a:xfrm>
            <a:prstGeom prst="straightConnector1">
              <a:avLst/>
            </a:prstGeom>
            <a:ln w="19050">
              <a:solidFill>
                <a:srgbClr val="767171"/>
              </a:solidFill>
              <a:tailEnd type="triangle"/>
            </a:ln>
          </p:spPr>
          <p:style>
            <a:lnRef idx="2">
              <a:schemeClr val="accent1"/>
            </a:lnRef>
            <a:fillRef idx="0">
              <a:srgbClr val="FFFFFF"/>
            </a:fillRef>
            <a:effectRef idx="0">
              <a:srgbClr val="FFFFFF"/>
            </a:effectRef>
            <a:fontRef idx="minor">
              <a:schemeClr val="tx1"/>
            </a:fontRef>
          </p:style>
        </p:cxnSp>
        <p:sp>
          <p:nvSpPr>
            <p:cNvPr id="157" name="文本框 156"/>
            <p:cNvSpPr txBox="1"/>
            <p:nvPr>
              <p:custDataLst>
                <p:tags r:id="rId21"/>
              </p:custDataLst>
            </p:nvPr>
          </p:nvSpPr>
          <p:spPr>
            <a:xfrm>
              <a:off x="5453" y="2416"/>
              <a:ext cx="2591" cy="485"/>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Student Path</a:t>
              </a:r>
              <a:endParaRPr lang="en-US" altLang="zh-CN" sz="1400" dirty="0">
                <a:latin typeface="Times New Roman" panose="02020603050405020304" pitchFamily="18" charset="0"/>
                <a:cs typeface="Times New Roman" panose="02020603050405020304" pitchFamily="18" charset="0"/>
              </a:endParaRPr>
            </a:p>
          </p:txBody>
        </p:sp>
        <p:cxnSp>
          <p:nvCxnSpPr>
            <p:cNvPr id="312" name="肘形连接符 311"/>
            <p:cNvCxnSpPr>
              <a:endCxn id="53" idx="1"/>
            </p:cNvCxnSpPr>
            <p:nvPr/>
          </p:nvCxnSpPr>
          <p:spPr>
            <a:xfrm>
              <a:off x="3973" y="1794"/>
              <a:ext cx="2210" cy="1341"/>
            </a:xfrm>
            <a:prstGeom prst="bentConnector3">
              <a:avLst>
                <a:gd name="adj1" fmla="val 48009"/>
              </a:avLst>
            </a:prstGeom>
            <a:ln w="19050">
              <a:solidFill>
                <a:srgbClr val="767171"/>
              </a:solidFill>
              <a:tailEnd type="triangle"/>
            </a:ln>
          </p:spPr>
          <p:style>
            <a:lnRef idx="2">
              <a:schemeClr val="accent1"/>
            </a:lnRef>
            <a:fillRef idx="0">
              <a:srgbClr val="FFFFFF"/>
            </a:fillRef>
            <a:effectRef idx="0">
              <a:srgbClr val="FFFFFF"/>
            </a:effectRef>
            <a:fontRef idx="minor">
              <a:schemeClr val="tx1"/>
            </a:fontRef>
          </p:style>
        </p:cxnSp>
        <p:sp>
          <p:nvSpPr>
            <p:cNvPr id="317" name="文本框 316"/>
            <p:cNvSpPr txBox="1"/>
            <p:nvPr/>
          </p:nvSpPr>
          <p:spPr>
            <a:xfrm>
              <a:off x="2908" y="7574"/>
              <a:ext cx="883" cy="361"/>
            </a:xfrm>
            <a:prstGeom prst="rect">
              <a:avLst/>
            </a:prstGeom>
            <a:noFill/>
          </p:spPr>
          <p:txBody>
            <a:bodyPr wrap="square" rtlCol="0">
              <a:noAutofit/>
            </a:bodyPr>
            <a:p>
              <a:endParaRPr lang="zh-CN" altLang="en-US" sz="1400">
                <a:latin typeface="仿宋" panose="02010609060101010101" pitchFamily="49" charset="-122"/>
                <a:ea typeface="仿宋" panose="02010609060101010101" pitchFamily="49" charset="-122"/>
                <a:cs typeface="Times New Roman" panose="02020603050405020304" pitchFamily="18" charset="0"/>
              </a:endParaRPr>
            </a:p>
          </p:txBody>
        </p:sp>
        <p:sp>
          <p:nvSpPr>
            <p:cNvPr id="318" name="下箭头 317"/>
            <p:cNvSpPr/>
            <p:nvPr/>
          </p:nvSpPr>
          <p:spPr>
            <a:xfrm>
              <a:off x="2205" y="7339"/>
              <a:ext cx="346" cy="672"/>
            </a:xfrm>
            <a:prstGeom prst="downArrow">
              <a:avLst/>
            </a:prstGeom>
            <a:solidFill>
              <a:schemeClr val="tx2">
                <a:lumMod val="40000"/>
                <a:lumOff val="60000"/>
              </a:schemeClr>
            </a:solidFill>
            <a:ln>
              <a:solidFill>
                <a:schemeClr val="tx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0" name="圆角矩形 319"/>
            <p:cNvSpPr/>
            <p:nvPr/>
          </p:nvSpPr>
          <p:spPr>
            <a:xfrm>
              <a:off x="4576" y="3735"/>
              <a:ext cx="11087" cy="4109"/>
            </a:xfrm>
            <a:prstGeom prst="roundRect">
              <a:avLst>
                <a:gd name="adj" fmla="val 5334"/>
              </a:avLst>
            </a:prstGeom>
            <a:solidFill>
              <a:srgbClr val="FFF8F6"/>
            </a:solidFill>
            <a:ln w="28575" cmpd="sng">
              <a:solidFill>
                <a:schemeClr val="accent2">
                  <a:lumMod val="75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21" name="文本框 320"/>
            <p:cNvSpPr txBox="1"/>
            <p:nvPr>
              <p:custDataLst>
                <p:tags r:id="rId22"/>
              </p:custDataLst>
            </p:nvPr>
          </p:nvSpPr>
          <p:spPr>
            <a:xfrm>
              <a:off x="6188" y="3944"/>
              <a:ext cx="1582" cy="580"/>
            </a:xfrm>
            <a:prstGeom prst="rect">
              <a:avLst/>
            </a:prstGeom>
            <a:solidFill>
              <a:schemeClr val="accent2">
                <a:lumMod val="20000"/>
                <a:lumOff val="80000"/>
              </a:schemeClr>
            </a:solidFill>
            <a:ln>
              <a:solidFill>
                <a:schemeClr val="accent2">
                  <a:lumMod val="40000"/>
                  <a:lumOff val="60000"/>
                </a:schemeClr>
              </a:solidFill>
            </a:ln>
          </p:spPr>
          <p:txBody>
            <a:bodyPr wrap="square" rtlCol="0">
              <a:spAutoFit/>
            </a:bodyPr>
            <a:p>
              <a:pPr algn="ctr"/>
              <a:r>
                <a:rPr lang="en-US" altLang="zh-CN" b="1">
                  <a:latin typeface="Times New Roman" panose="02020603050405020304" pitchFamily="18" charset="0"/>
                  <a:cs typeface="Times New Roman" panose="02020603050405020304" pitchFamily="18" charset="0"/>
                </a:rPr>
                <a:t>Layer0</a:t>
              </a:r>
              <a:endParaRPr lang="en-US" altLang="zh-CN" b="1">
                <a:latin typeface="Times New Roman" panose="02020603050405020304" pitchFamily="18" charset="0"/>
                <a:cs typeface="Times New Roman" panose="02020603050405020304" pitchFamily="18" charset="0"/>
              </a:endParaRPr>
            </a:p>
          </p:txBody>
        </p:sp>
        <p:sp>
          <p:nvSpPr>
            <p:cNvPr id="322" name="文本框 321"/>
            <p:cNvSpPr txBox="1"/>
            <p:nvPr>
              <p:custDataLst>
                <p:tags r:id="rId23"/>
              </p:custDataLst>
            </p:nvPr>
          </p:nvSpPr>
          <p:spPr>
            <a:xfrm>
              <a:off x="6182" y="7061"/>
              <a:ext cx="1614" cy="580"/>
            </a:xfrm>
            <a:prstGeom prst="rect">
              <a:avLst/>
            </a:prstGeom>
            <a:solidFill>
              <a:schemeClr val="accent1">
                <a:lumMod val="20000"/>
                <a:lumOff val="80000"/>
              </a:schemeClr>
            </a:solidFill>
            <a:ln>
              <a:solidFill>
                <a:schemeClr val="accent1">
                  <a:lumMod val="40000"/>
                  <a:lumOff val="60000"/>
                </a:schemeClr>
              </a:solidFill>
            </a:ln>
          </p:spPr>
          <p:txBody>
            <a:bodyPr wrap="square" rtlCol="0">
              <a:spAutoFit/>
            </a:bodyPr>
            <a:p>
              <a:pPr algn="ctr"/>
              <a:r>
                <a:rPr lang="en-US" altLang="zh-CN" b="1">
                  <a:latin typeface="Times New Roman" panose="02020603050405020304" pitchFamily="18" charset="0"/>
                  <a:ea typeface="微软雅黑" panose="020B0503020204020204" charset="-122"/>
                  <a:cs typeface="Times New Roman" panose="02020603050405020304" pitchFamily="18" charset="0"/>
                </a:rPr>
                <a:t>Layer0</a:t>
              </a:r>
              <a:endParaRPr lang="en-US" altLang="zh-CN" b="1">
                <a:latin typeface="Times New Roman" panose="02020603050405020304" pitchFamily="18" charset="0"/>
                <a:ea typeface="微软雅黑" panose="020B0503020204020204" charset="-122"/>
                <a:cs typeface="Times New Roman" panose="02020603050405020304" pitchFamily="18" charset="0"/>
              </a:endParaRPr>
            </a:p>
          </p:txBody>
        </p:sp>
        <p:sp>
          <p:nvSpPr>
            <p:cNvPr id="323" name="文本框 322"/>
            <p:cNvSpPr txBox="1"/>
            <p:nvPr>
              <p:custDataLst>
                <p:tags r:id="rId24"/>
              </p:custDataLst>
            </p:nvPr>
          </p:nvSpPr>
          <p:spPr>
            <a:xfrm>
              <a:off x="8737" y="3929"/>
              <a:ext cx="1582" cy="592"/>
            </a:xfrm>
            <a:prstGeom prst="rect">
              <a:avLst/>
            </a:prstGeom>
            <a:solidFill>
              <a:schemeClr val="accent2">
                <a:lumMod val="20000"/>
                <a:lumOff val="80000"/>
              </a:schemeClr>
            </a:solidFill>
            <a:ln>
              <a:solidFill>
                <a:schemeClr val="accent2">
                  <a:lumMod val="40000"/>
                  <a:lumOff val="60000"/>
                </a:schemeClr>
              </a:solidFill>
            </a:ln>
          </p:spPr>
          <p:txBody>
            <a:bodyPr wrap="square" rtlCol="0">
              <a:noAutofit/>
            </a:bodyPr>
            <a:p>
              <a:pPr algn="ctr"/>
              <a:r>
                <a:rPr lang="en-US" altLang="zh-CN" b="1">
                  <a:latin typeface="Times New Roman" panose="02020603050405020304" pitchFamily="18" charset="0"/>
                  <a:cs typeface="Times New Roman" panose="02020603050405020304" pitchFamily="18" charset="0"/>
                </a:rPr>
                <a:t>Layer1</a:t>
              </a:r>
              <a:endParaRPr lang="en-US" altLang="zh-CN" b="1">
                <a:latin typeface="Times New Roman" panose="02020603050405020304" pitchFamily="18" charset="0"/>
                <a:cs typeface="Times New Roman" panose="02020603050405020304" pitchFamily="18" charset="0"/>
              </a:endParaRPr>
            </a:p>
          </p:txBody>
        </p:sp>
        <p:sp>
          <p:nvSpPr>
            <p:cNvPr id="324" name="文本框 323"/>
            <p:cNvSpPr txBox="1"/>
            <p:nvPr>
              <p:custDataLst>
                <p:tags r:id="rId25"/>
              </p:custDataLst>
            </p:nvPr>
          </p:nvSpPr>
          <p:spPr>
            <a:xfrm>
              <a:off x="8763" y="7061"/>
              <a:ext cx="1614" cy="592"/>
            </a:xfrm>
            <a:prstGeom prst="rect">
              <a:avLst/>
            </a:prstGeom>
            <a:solidFill>
              <a:schemeClr val="accent1">
                <a:lumMod val="20000"/>
                <a:lumOff val="80000"/>
              </a:schemeClr>
            </a:solidFill>
            <a:ln>
              <a:solidFill>
                <a:schemeClr val="accent1">
                  <a:lumMod val="40000"/>
                  <a:lumOff val="60000"/>
                </a:schemeClr>
              </a:solidFill>
            </a:ln>
          </p:spPr>
          <p:txBody>
            <a:bodyPr wrap="square" rtlCol="0">
              <a:noAutofit/>
            </a:bodyPr>
            <a:p>
              <a:pPr algn="ctr"/>
              <a:r>
                <a:rPr lang="en-US" altLang="zh-CN" b="1">
                  <a:latin typeface="Times New Roman" panose="02020603050405020304" pitchFamily="18" charset="0"/>
                  <a:cs typeface="Times New Roman" panose="02020603050405020304" pitchFamily="18" charset="0"/>
                </a:rPr>
                <a:t>Layer1</a:t>
              </a:r>
              <a:endParaRPr lang="en-US" altLang="zh-CN" b="1">
                <a:latin typeface="Times New Roman" panose="02020603050405020304" pitchFamily="18" charset="0"/>
                <a:cs typeface="Times New Roman" panose="02020603050405020304" pitchFamily="18" charset="0"/>
              </a:endParaRPr>
            </a:p>
          </p:txBody>
        </p:sp>
        <p:cxnSp>
          <p:nvCxnSpPr>
            <p:cNvPr id="325" name="直接箭头连接符 324"/>
            <p:cNvCxnSpPr>
              <a:stCxn id="322" idx="3"/>
              <a:endCxn id="324" idx="1"/>
            </p:cNvCxnSpPr>
            <p:nvPr>
              <p:custDataLst>
                <p:tags r:id="rId26"/>
              </p:custDataLst>
            </p:nvPr>
          </p:nvCxnSpPr>
          <p:spPr>
            <a:xfrm>
              <a:off x="7796" y="7351"/>
              <a:ext cx="967" cy="6"/>
            </a:xfrm>
            <a:prstGeom prst="straightConnector1">
              <a:avLst/>
            </a:prstGeom>
            <a:ln w="19050">
              <a:solidFill>
                <a:srgbClr val="767171"/>
              </a:solidFill>
              <a:tailEnd type="triangle"/>
            </a:ln>
          </p:spPr>
          <p:style>
            <a:lnRef idx="2">
              <a:schemeClr val="accent1"/>
            </a:lnRef>
            <a:fillRef idx="0">
              <a:srgbClr val="FFFFFF"/>
            </a:fillRef>
            <a:effectRef idx="0">
              <a:srgbClr val="FFFFFF"/>
            </a:effectRef>
            <a:fontRef idx="minor">
              <a:schemeClr val="tx1"/>
            </a:fontRef>
          </p:style>
        </p:cxnSp>
        <p:sp>
          <p:nvSpPr>
            <p:cNvPr id="326" name="文本框 325"/>
            <p:cNvSpPr txBox="1"/>
            <p:nvPr>
              <p:custDataLst>
                <p:tags r:id="rId27"/>
              </p:custDataLst>
            </p:nvPr>
          </p:nvSpPr>
          <p:spPr>
            <a:xfrm>
              <a:off x="11964" y="3557"/>
              <a:ext cx="1314" cy="1058"/>
            </a:xfrm>
            <a:prstGeom prst="rect">
              <a:avLst/>
            </a:prstGeom>
            <a:noFill/>
          </p:spPr>
          <p:txBody>
            <a:bodyPr wrap="square" rtlCol="0">
              <a:noAutofit/>
            </a:bodyPr>
            <a:p>
              <a:r>
                <a:rPr lang="en-US" altLang="zh-CN" sz="3600">
                  <a:latin typeface="Times New Roman" panose="02020603050405020304" pitchFamily="18" charset="0"/>
                  <a:cs typeface="Times New Roman" panose="02020603050405020304" pitchFamily="18" charset="0"/>
                </a:rPr>
                <a:t>...</a:t>
              </a:r>
              <a:endParaRPr lang="en-US" altLang="zh-CN" sz="3600">
                <a:latin typeface="Times New Roman" panose="02020603050405020304" pitchFamily="18" charset="0"/>
                <a:cs typeface="Times New Roman" panose="02020603050405020304" pitchFamily="18" charset="0"/>
              </a:endParaRPr>
            </a:p>
          </p:txBody>
        </p:sp>
        <p:sp>
          <p:nvSpPr>
            <p:cNvPr id="346" name="文本框 345"/>
            <p:cNvSpPr txBox="1"/>
            <p:nvPr>
              <p:custDataLst>
                <p:tags r:id="rId28"/>
              </p:custDataLst>
            </p:nvPr>
          </p:nvSpPr>
          <p:spPr>
            <a:xfrm>
              <a:off x="11349" y="3933"/>
              <a:ext cx="1582" cy="580"/>
            </a:xfrm>
            <a:prstGeom prst="rect">
              <a:avLst/>
            </a:prstGeom>
            <a:solidFill>
              <a:schemeClr val="accent2">
                <a:lumMod val="20000"/>
                <a:lumOff val="80000"/>
              </a:schemeClr>
            </a:solidFill>
            <a:ln>
              <a:solidFill>
                <a:schemeClr val="accent2">
                  <a:lumMod val="40000"/>
                  <a:lumOff val="60000"/>
                </a:schemeClr>
              </a:solidFill>
            </a:ln>
          </p:spPr>
          <p:txBody>
            <a:bodyPr wrap="square" rtlCol="0">
              <a:spAutoFit/>
            </a:bodyPr>
            <a:p>
              <a:pPr algn="ctr"/>
              <a:r>
                <a:rPr lang="en-US" altLang="zh-CN" b="1">
                  <a:latin typeface="Times New Roman" panose="02020603050405020304" pitchFamily="18" charset="0"/>
                  <a:cs typeface="Times New Roman" panose="02020603050405020304" pitchFamily="18" charset="0"/>
                </a:rPr>
                <a:t>LayerN</a:t>
              </a:r>
              <a:endParaRPr lang="en-US" altLang="zh-CN" b="1">
                <a:latin typeface="Times New Roman" panose="02020603050405020304" pitchFamily="18" charset="0"/>
                <a:cs typeface="Times New Roman" panose="02020603050405020304" pitchFamily="18" charset="0"/>
              </a:endParaRPr>
            </a:p>
          </p:txBody>
        </p:sp>
        <p:sp>
          <p:nvSpPr>
            <p:cNvPr id="347" name="文本框 346"/>
            <p:cNvSpPr txBox="1"/>
            <p:nvPr>
              <p:custDataLst>
                <p:tags r:id="rId29"/>
              </p:custDataLst>
            </p:nvPr>
          </p:nvSpPr>
          <p:spPr>
            <a:xfrm>
              <a:off x="11349" y="7047"/>
              <a:ext cx="1614" cy="580"/>
            </a:xfrm>
            <a:prstGeom prst="rect">
              <a:avLst/>
            </a:prstGeom>
            <a:solidFill>
              <a:schemeClr val="accent1">
                <a:lumMod val="20000"/>
                <a:lumOff val="80000"/>
              </a:schemeClr>
            </a:solidFill>
            <a:ln>
              <a:solidFill>
                <a:schemeClr val="accent1">
                  <a:lumMod val="40000"/>
                  <a:lumOff val="60000"/>
                </a:schemeClr>
              </a:solidFill>
            </a:ln>
          </p:spPr>
          <p:txBody>
            <a:bodyPr wrap="square" rtlCol="0">
              <a:spAutoFit/>
            </a:bodyPr>
            <a:p>
              <a:pPr algn="ctr"/>
              <a:r>
                <a:rPr lang="en-US" altLang="zh-CN" b="1">
                  <a:latin typeface="Times New Roman" panose="02020603050405020304" pitchFamily="18" charset="0"/>
                  <a:cs typeface="Times New Roman" panose="02020603050405020304" pitchFamily="18" charset="0"/>
                </a:rPr>
                <a:t>LayerN</a:t>
              </a:r>
              <a:endParaRPr lang="en-US" altLang="zh-CN" b="1">
                <a:latin typeface="Times New Roman" panose="02020603050405020304" pitchFamily="18" charset="0"/>
                <a:cs typeface="Times New Roman" panose="02020603050405020304" pitchFamily="18" charset="0"/>
              </a:endParaRPr>
            </a:p>
          </p:txBody>
        </p:sp>
        <p:sp>
          <p:nvSpPr>
            <p:cNvPr id="348" name="文本框 347"/>
            <p:cNvSpPr txBox="1"/>
            <p:nvPr>
              <p:custDataLst>
                <p:tags r:id="rId30"/>
              </p:custDataLst>
            </p:nvPr>
          </p:nvSpPr>
          <p:spPr>
            <a:xfrm>
              <a:off x="5453" y="4563"/>
              <a:ext cx="2591" cy="485"/>
            </a:xfrm>
            <a:prstGeom prst="rect">
              <a:avLst/>
            </a:prstGeom>
            <a:noFill/>
          </p:spPr>
          <p:txBody>
            <a:bodyPr wrap="square" rtlCol="0">
              <a:spAutoFit/>
            </a:bodyPr>
            <a:p>
              <a:r>
                <a:rPr lang="en-US" altLang="zh-CN" sz="1400" dirty="0">
                  <a:latin typeface="Times New Roman" panose="02020603050405020304" pitchFamily="18" charset="0"/>
                  <a:cs typeface="Times New Roman" panose="02020603050405020304" pitchFamily="18" charset="0"/>
                </a:rPr>
                <a:t>Teacher Path</a:t>
              </a:r>
              <a:endParaRPr lang="en-US" altLang="zh-CN" sz="1400" dirty="0">
                <a:latin typeface="Times New Roman" panose="02020603050405020304" pitchFamily="18" charset="0"/>
                <a:cs typeface="Times New Roman" panose="02020603050405020304" pitchFamily="18" charset="0"/>
              </a:endParaRPr>
            </a:p>
          </p:txBody>
        </p:sp>
        <p:cxnSp>
          <p:nvCxnSpPr>
            <p:cNvPr id="349" name="直接箭头连接符 348"/>
            <p:cNvCxnSpPr>
              <a:stCxn id="347" idx="3"/>
              <a:endCxn id="353" idx="1"/>
            </p:cNvCxnSpPr>
            <p:nvPr>
              <p:custDataLst>
                <p:tags r:id="rId31"/>
              </p:custDataLst>
            </p:nvPr>
          </p:nvCxnSpPr>
          <p:spPr>
            <a:xfrm>
              <a:off x="12963" y="7337"/>
              <a:ext cx="891" cy="16"/>
            </a:xfrm>
            <a:prstGeom prst="straightConnector1">
              <a:avLst/>
            </a:prstGeom>
            <a:ln w="19050">
              <a:solidFill>
                <a:srgbClr val="767171"/>
              </a:solidFill>
              <a:tailEnd type="triangle"/>
            </a:ln>
          </p:spPr>
          <p:style>
            <a:lnRef idx="2">
              <a:schemeClr val="accent1"/>
            </a:lnRef>
            <a:fillRef idx="0">
              <a:srgbClr val="FFFFFF"/>
            </a:fillRef>
            <a:effectRef idx="0">
              <a:srgbClr val="FFFFFF"/>
            </a:effectRef>
            <a:fontRef idx="minor">
              <a:schemeClr val="tx1"/>
            </a:fontRef>
          </p:style>
        </p:cxnSp>
        <p:sp>
          <p:nvSpPr>
            <p:cNvPr id="352" name="文本框 351"/>
            <p:cNvSpPr txBox="1"/>
            <p:nvPr>
              <p:custDataLst>
                <p:tags r:id="rId32"/>
              </p:custDataLst>
            </p:nvPr>
          </p:nvSpPr>
          <p:spPr>
            <a:xfrm>
              <a:off x="13854" y="3946"/>
              <a:ext cx="1582" cy="580"/>
            </a:xfrm>
            <a:prstGeom prst="rect">
              <a:avLst/>
            </a:prstGeom>
            <a:solidFill>
              <a:schemeClr val="accent2">
                <a:lumMod val="20000"/>
                <a:lumOff val="80000"/>
              </a:schemeClr>
            </a:solidFill>
            <a:ln>
              <a:solidFill>
                <a:schemeClr val="accent2">
                  <a:lumMod val="40000"/>
                  <a:lumOff val="60000"/>
                </a:schemeClr>
              </a:solidFill>
            </a:ln>
          </p:spPr>
          <p:txBody>
            <a:bodyPr wrap="square" rtlCol="0">
              <a:spAutoFit/>
            </a:bodyPr>
            <a:p>
              <a:pPr algn="ctr"/>
              <a:r>
                <a:rPr lang="en-US" altLang="zh-CN" b="1">
                  <a:latin typeface="Times New Roman" panose="02020603050405020304" pitchFamily="18" charset="0"/>
                  <a:cs typeface="Times New Roman" panose="02020603050405020304" pitchFamily="18" charset="0"/>
                </a:rPr>
                <a:t>Logit</a:t>
              </a:r>
              <a:endParaRPr lang="en-US" altLang="zh-CN" b="1">
                <a:latin typeface="Times New Roman" panose="02020603050405020304" pitchFamily="18" charset="0"/>
                <a:cs typeface="Times New Roman" panose="02020603050405020304" pitchFamily="18" charset="0"/>
              </a:endParaRPr>
            </a:p>
          </p:txBody>
        </p:sp>
        <p:sp>
          <p:nvSpPr>
            <p:cNvPr id="353" name="文本框 352"/>
            <p:cNvSpPr txBox="1"/>
            <p:nvPr>
              <p:custDataLst>
                <p:tags r:id="rId33"/>
              </p:custDataLst>
            </p:nvPr>
          </p:nvSpPr>
          <p:spPr>
            <a:xfrm>
              <a:off x="13854" y="7063"/>
              <a:ext cx="1582" cy="580"/>
            </a:xfrm>
            <a:prstGeom prst="rect">
              <a:avLst/>
            </a:prstGeom>
            <a:solidFill>
              <a:schemeClr val="accent1">
                <a:lumMod val="20000"/>
                <a:lumOff val="80000"/>
              </a:schemeClr>
            </a:solidFill>
            <a:ln>
              <a:solidFill>
                <a:schemeClr val="accent1">
                  <a:lumMod val="60000"/>
                  <a:lumOff val="40000"/>
                </a:schemeClr>
              </a:solidFill>
            </a:ln>
          </p:spPr>
          <p:txBody>
            <a:bodyPr wrap="square" rtlCol="0">
              <a:spAutoFit/>
            </a:bodyPr>
            <a:p>
              <a:pPr algn="ctr"/>
              <a:r>
                <a:rPr lang="en-US" altLang="zh-CN" b="1">
                  <a:latin typeface="Times New Roman" panose="02020603050405020304" pitchFamily="18" charset="0"/>
                  <a:cs typeface="Times New Roman" panose="02020603050405020304" pitchFamily="18" charset="0"/>
                </a:rPr>
                <a:t>Logit</a:t>
              </a:r>
              <a:endParaRPr lang="en-US" altLang="zh-CN" b="1">
                <a:latin typeface="Times New Roman" panose="02020603050405020304" pitchFamily="18" charset="0"/>
                <a:cs typeface="Times New Roman" panose="02020603050405020304" pitchFamily="18" charset="0"/>
              </a:endParaRPr>
            </a:p>
          </p:txBody>
        </p:sp>
        <p:cxnSp>
          <p:nvCxnSpPr>
            <p:cNvPr id="359" name="肘形连接符 358"/>
            <p:cNvCxnSpPr>
              <a:stCxn id="283" idx="3"/>
              <a:endCxn id="321" idx="1"/>
            </p:cNvCxnSpPr>
            <p:nvPr/>
          </p:nvCxnSpPr>
          <p:spPr>
            <a:xfrm flipV="1">
              <a:off x="3946" y="4234"/>
              <a:ext cx="2242" cy="1161"/>
            </a:xfrm>
            <a:prstGeom prst="bentConnector3">
              <a:avLst>
                <a:gd name="adj1" fmla="val 50000"/>
              </a:avLst>
            </a:prstGeom>
            <a:ln w="19050">
              <a:solidFill>
                <a:srgbClr val="767171"/>
              </a:solidFill>
              <a:tailEnd type="triangle"/>
            </a:ln>
          </p:spPr>
          <p:style>
            <a:lnRef idx="2">
              <a:schemeClr val="accent1"/>
            </a:lnRef>
            <a:fillRef idx="0">
              <a:srgbClr val="FFFFFF"/>
            </a:fillRef>
            <a:effectRef idx="0">
              <a:srgbClr val="FFFFFF"/>
            </a:effectRef>
            <a:fontRef idx="minor">
              <a:schemeClr val="tx1"/>
            </a:fontRef>
          </p:style>
        </p:cxnSp>
        <p:cxnSp>
          <p:nvCxnSpPr>
            <p:cNvPr id="360" name="直接箭头连接符 359"/>
            <p:cNvCxnSpPr>
              <a:endCxn id="323" idx="1"/>
            </p:cNvCxnSpPr>
            <p:nvPr/>
          </p:nvCxnSpPr>
          <p:spPr>
            <a:xfrm>
              <a:off x="7764" y="4197"/>
              <a:ext cx="973" cy="0"/>
            </a:xfrm>
            <a:prstGeom prst="straightConnector1">
              <a:avLst/>
            </a:prstGeom>
            <a:ln w="19050">
              <a:solidFill>
                <a:srgbClr val="767171"/>
              </a:solidFill>
              <a:tailEnd type="triangle"/>
            </a:ln>
          </p:spPr>
          <p:style>
            <a:lnRef idx="2">
              <a:schemeClr val="accent1"/>
            </a:lnRef>
            <a:fillRef idx="0">
              <a:srgbClr val="FFFFFF"/>
            </a:fillRef>
            <a:effectRef idx="0">
              <a:srgbClr val="FFFFFF"/>
            </a:effectRef>
            <a:fontRef idx="minor">
              <a:schemeClr val="tx1"/>
            </a:fontRef>
          </p:style>
        </p:cxnSp>
        <p:cxnSp>
          <p:nvCxnSpPr>
            <p:cNvPr id="361" name="直接箭头连接符 360"/>
            <p:cNvCxnSpPr/>
            <p:nvPr/>
          </p:nvCxnSpPr>
          <p:spPr>
            <a:xfrm>
              <a:off x="12927" y="4224"/>
              <a:ext cx="927" cy="1"/>
            </a:xfrm>
            <a:prstGeom prst="straightConnector1">
              <a:avLst/>
            </a:prstGeom>
            <a:ln w="19050">
              <a:solidFill>
                <a:srgbClr val="767171"/>
              </a:solidFill>
              <a:tailEnd type="triangle"/>
            </a:ln>
          </p:spPr>
          <p:style>
            <a:lnRef idx="2">
              <a:schemeClr val="accent1"/>
            </a:lnRef>
            <a:fillRef idx="0">
              <a:srgbClr val="FFFFFF"/>
            </a:fillRef>
            <a:effectRef idx="0">
              <a:srgbClr val="FFFFFF"/>
            </a:effectRef>
            <a:fontRef idx="minor">
              <a:schemeClr val="tx1"/>
            </a:fontRef>
          </p:style>
        </p:cxnSp>
        <p:sp>
          <p:nvSpPr>
            <p:cNvPr id="362" name="文本框 361"/>
            <p:cNvSpPr txBox="1"/>
            <p:nvPr>
              <p:custDataLst>
                <p:tags r:id="rId34"/>
              </p:custDataLst>
            </p:nvPr>
          </p:nvSpPr>
          <p:spPr>
            <a:xfrm>
              <a:off x="5453" y="6632"/>
              <a:ext cx="2591" cy="485"/>
            </a:xfrm>
            <a:prstGeom prst="rect">
              <a:avLst/>
            </a:prstGeom>
            <a:noFill/>
          </p:spPr>
          <p:txBody>
            <a:bodyPr wrap="square" rtlCol="0">
              <a:spAutoFit/>
            </a:bodyPr>
            <a:p>
              <a:r>
                <a:rPr lang="en-US" altLang="zh-CN" sz="1400" dirty="0">
                  <a:latin typeface="Times New Roman" panose="02020603050405020304" pitchFamily="18" charset="0"/>
                  <a:cs typeface="Times New Roman" panose="02020603050405020304" pitchFamily="18" charset="0"/>
                </a:rPr>
                <a:t>Student Path</a:t>
              </a:r>
              <a:endParaRPr lang="en-US" altLang="zh-CN" sz="1400" dirty="0">
                <a:latin typeface="Times New Roman" panose="02020603050405020304" pitchFamily="18" charset="0"/>
                <a:cs typeface="Times New Roman" panose="02020603050405020304" pitchFamily="18" charset="0"/>
              </a:endParaRPr>
            </a:p>
          </p:txBody>
        </p:sp>
        <p:cxnSp>
          <p:nvCxnSpPr>
            <p:cNvPr id="403" name="肘形连接符 402"/>
            <p:cNvCxnSpPr>
              <a:stCxn id="283" idx="3"/>
              <a:endCxn id="322" idx="1"/>
            </p:cNvCxnSpPr>
            <p:nvPr/>
          </p:nvCxnSpPr>
          <p:spPr>
            <a:xfrm>
              <a:off x="3946" y="5395"/>
              <a:ext cx="2236" cy="1956"/>
            </a:xfrm>
            <a:prstGeom prst="bentConnector3">
              <a:avLst>
                <a:gd name="adj1" fmla="val 50000"/>
              </a:avLst>
            </a:prstGeom>
            <a:ln w="19050">
              <a:solidFill>
                <a:srgbClr val="767171"/>
              </a:solidFill>
              <a:tailEnd type="triangle"/>
            </a:ln>
          </p:spPr>
          <p:style>
            <a:lnRef idx="2">
              <a:schemeClr val="accent1"/>
            </a:lnRef>
            <a:fillRef idx="0">
              <a:srgbClr val="FFFFFF"/>
            </a:fillRef>
            <a:effectRef idx="0">
              <a:srgbClr val="FFFFFF"/>
            </a:effectRef>
            <a:fontRef idx="minor">
              <a:schemeClr val="tx1"/>
            </a:fontRef>
          </p:style>
        </p:cxnSp>
        <p:cxnSp>
          <p:nvCxnSpPr>
            <p:cNvPr id="423" name="肘形连接符 422"/>
            <p:cNvCxnSpPr>
              <a:stCxn id="212" idx="3"/>
              <a:endCxn id="353" idx="2"/>
            </p:cNvCxnSpPr>
            <p:nvPr/>
          </p:nvCxnSpPr>
          <p:spPr>
            <a:xfrm flipV="1">
              <a:off x="13145" y="7643"/>
              <a:ext cx="1500" cy="1336"/>
            </a:xfrm>
            <a:prstGeom prst="bentConnector2">
              <a:avLst/>
            </a:prstGeom>
            <a:ln>
              <a:solidFill>
                <a:schemeClr val="bg1">
                  <a:lumMod val="50000"/>
                </a:schemeClr>
              </a:solidFill>
              <a:headEnd type="triangle"/>
              <a:tailEnd type="triangle"/>
            </a:ln>
          </p:spPr>
          <p:style>
            <a:lnRef idx="2">
              <a:schemeClr val="accent1"/>
            </a:lnRef>
            <a:fillRef idx="0">
              <a:srgbClr val="FFFFFF"/>
            </a:fillRef>
            <a:effectRef idx="0">
              <a:srgbClr val="FFFFFF"/>
            </a:effectRef>
            <a:fontRef idx="minor">
              <a:schemeClr val="tx1"/>
            </a:fontRef>
          </p:style>
        </p:cxnSp>
        <p:graphicFrame>
          <p:nvGraphicFramePr>
            <p:cNvPr id="425" name="对象 424">
              <a:hlinkClick r:id="" action="ppaction://ole?verb="/>
            </p:cNvPr>
            <p:cNvGraphicFramePr>
              <a:graphicFrameLocks noChangeAspect="1"/>
            </p:cNvGraphicFramePr>
            <p:nvPr/>
          </p:nvGraphicFramePr>
          <p:xfrm>
            <a:off x="13493" y="8195"/>
            <a:ext cx="744" cy="627"/>
          </p:xfrm>
          <a:graphic>
            <a:graphicData uri="http://schemas.openxmlformats.org/presentationml/2006/ole">
              <mc:AlternateContent xmlns:mc="http://schemas.openxmlformats.org/markup-compatibility/2006">
                <mc:Choice xmlns:v="urn:schemas-microsoft-com:vml" Requires="v">
                  <p:oleObj spid="_x0000_s1028" name="" r:id="rId35" imgW="266700" imgH="228600" progId="Equation.DSMT4">
                    <p:embed/>
                  </p:oleObj>
                </mc:Choice>
                <mc:Fallback>
                  <p:oleObj name="" r:id="rId35" imgW="266700" imgH="228600" progId="Equation.DSMT4">
                    <p:embed/>
                    <p:pic>
                      <p:nvPicPr>
                        <p:cNvPr id="0" name="图片 1027"/>
                        <p:cNvPicPr/>
                        <p:nvPr/>
                      </p:nvPicPr>
                      <p:blipFill>
                        <a:blip r:embed="rId36"/>
                        <a:stretch>
                          <a:fillRect/>
                        </a:stretch>
                      </p:blipFill>
                      <p:spPr>
                        <a:xfrm>
                          <a:off x="13493" y="8195"/>
                          <a:ext cx="744" cy="627"/>
                        </a:xfrm>
                        <a:prstGeom prst="rect">
                          <a:avLst/>
                        </a:prstGeom>
                      </p:spPr>
                    </p:pic>
                  </p:oleObj>
                </mc:Fallback>
              </mc:AlternateContent>
            </a:graphicData>
          </a:graphic>
        </p:graphicFrame>
        <p:cxnSp>
          <p:nvCxnSpPr>
            <p:cNvPr id="428" name="直接箭头连接符 427"/>
            <p:cNvCxnSpPr/>
            <p:nvPr/>
          </p:nvCxnSpPr>
          <p:spPr>
            <a:xfrm>
              <a:off x="3374" y="8931"/>
              <a:ext cx="1589" cy="0"/>
            </a:xfrm>
            <a:prstGeom prst="straightConnector1">
              <a:avLst/>
            </a:prstGeom>
            <a:ln>
              <a:solidFill>
                <a:schemeClr val="bg1">
                  <a:lumMod val="50000"/>
                </a:schemeClr>
              </a:solidFill>
              <a:headEnd type="none" w="lg" len="med"/>
              <a:tailEnd type="triangle"/>
            </a:ln>
          </p:spPr>
          <p:style>
            <a:lnRef idx="2">
              <a:schemeClr val="accent1"/>
            </a:lnRef>
            <a:fillRef idx="0">
              <a:srgbClr val="FFFFFF"/>
            </a:fillRef>
            <a:effectRef idx="0">
              <a:srgbClr val="FFFFFF"/>
            </a:effectRef>
            <a:fontRef idx="minor">
              <a:schemeClr val="tx1"/>
            </a:fontRef>
          </p:style>
        </p:cxnSp>
        <p:pic>
          <p:nvPicPr>
            <p:cNvPr id="554" name="图形 27" descr="雪花 纯色填充"/>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rot="5400000">
              <a:off x="4935" y="663"/>
              <a:ext cx="545" cy="545"/>
            </a:xfrm>
            <a:prstGeom prst="rect">
              <a:avLst/>
            </a:prstGeom>
          </p:spPr>
        </p:pic>
        <p:pic>
          <p:nvPicPr>
            <p:cNvPr id="555" name="图形 2243" descr="火 纯色填充"/>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5054" y="6743"/>
              <a:ext cx="484" cy="501"/>
            </a:xfrm>
            <a:prstGeom prst="rect">
              <a:avLst/>
            </a:prstGeom>
          </p:spPr>
        </p:pic>
        <p:pic>
          <p:nvPicPr>
            <p:cNvPr id="439" name="图形 27" descr="雪花 纯色填充"/>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rot="5400000">
              <a:off x="4985" y="4156"/>
              <a:ext cx="544" cy="544"/>
            </a:xfrm>
            <a:prstGeom prst="rect">
              <a:avLst/>
            </a:prstGeom>
          </p:spPr>
        </p:pic>
        <p:pic>
          <p:nvPicPr>
            <p:cNvPr id="440" name="图形 27" descr="雪花 纯色填充"/>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rot="5400000">
              <a:off x="4935" y="2577"/>
              <a:ext cx="545" cy="545"/>
            </a:xfrm>
            <a:prstGeom prst="rect">
              <a:avLst/>
            </a:prstGeom>
          </p:spPr>
        </p:pic>
        <p:sp>
          <p:nvSpPr>
            <p:cNvPr id="2" name="文本框 1"/>
            <p:cNvSpPr txBox="1"/>
            <p:nvPr/>
          </p:nvSpPr>
          <p:spPr>
            <a:xfrm>
              <a:off x="2949" y="7720"/>
              <a:ext cx="1462" cy="361"/>
            </a:xfrm>
            <a:prstGeom prst="rect">
              <a:avLst/>
            </a:prstGeom>
            <a:noFill/>
          </p:spPr>
          <p:txBody>
            <a:bodyPr wrap="square" rtlCol="0">
              <a:noAutofit/>
            </a:bodyPr>
            <a:p>
              <a:r>
                <a:rPr lang="en-US" altLang="zh-CN" sz="1400">
                  <a:latin typeface="Times New Roman" panose="02020603050405020304" pitchFamily="18" charset="0"/>
                  <a:ea typeface="仿宋" panose="02010609060101010101" pitchFamily="49" charset="-122"/>
                  <a:cs typeface="Times New Roman" panose="02020603050405020304" pitchFamily="18" charset="0"/>
                </a:rPr>
                <a:t>Update</a:t>
              </a:r>
              <a:endParaRPr lang="en-US" altLang="zh-CN" sz="1400">
                <a:latin typeface="Times New Roman" panose="02020603050405020304" pitchFamily="18" charset="0"/>
                <a:ea typeface="仿宋" panose="02010609060101010101" pitchFamily="49" charset="-122"/>
                <a:cs typeface="Times New Roman" panose="02020603050405020304" pitchFamily="18" charset="0"/>
              </a:endParaRPr>
            </a:p>
          </p:txBody>
        </p:sp>
        <p:grpSp>
          <p:nvGrpSpPr>
            <p:cNvPr id="19" name="组合 18"/>
            <p:cNvGrpSpPr/>
            <p:nvPr/>
          </p:nvGrpSpPr>
          <p:grpSpPr>
            <a:xfrm>
              <a:off x="2614" y="7496"/>
              <a:ext cx="1334" cy="463"/>
              <a:chOff x="10174" y="9739"/>
              <a:chExt cx="2379" cy="728"/>
            </a:xfrm>
          </p:grpSpPr>
          <p:grpSp>
            <p:nvGrpSpPr>
              <p:cNvPr id="20" name="组合 19"/>
              <p:cNvGrpSpPr/>
              <p:nvPr/>
            </p:nvGrpSpPr>
            <p:grpSpPr>
              <a:xfrm>
                <a:off x="10174" y="9739"/>
                <a:ext cx="2379" cy="728"/>
                <a:chOff x="10174" y="9739"/>
                <a:chExt cx="2379" cy="728"/>
              </a:xfrm>
            </p:grpSpPr>
            <p:cxnSp>
              <p:nvCxnSpPr>
                <p:cNvPr id="21" name="直接箭头连接符 20"/>
                <p:cNvCxnSpPr/>
                <p:nvPr/>
              </p:nvCxnSpPr>
              <p:spPr>
                <a:xfrm flipV="1">
                  <a:off x="10515" y="9739"/>
                  <a:ext cx="2038" cy="728"/>
                </a:xfrm>
                <a:prstGeom prst="straightConnector1">
                  <a:avLst/>
                </a:prstGeom>
                <a:ln>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22" name="直接箭头连接符 21"/>
                <p:cNvCxnSpPr/>
                <p:nvPr/>
              </p:nvCxnSpPr>
              <p:spPr>
                <a:xfrm flipH="1" flipV="1">
                  <a:off x="10174" y="9843"/>
                  <a:ext cx="357" cy="622"/>
                </a:xfrm>
                <a:prstGeom prst="straightConnector1">
                  <a:avLst/>
                </a:prstGeom>
                <a:ln>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grpSp>
          <p:cxnSp>
            <p:nvCxnSpPr>
              <p:cNvPr id="23" name="直接箭头连接符 22"/>
              <p:cNvCxnSpPr/>
              <p:nvPr/>
            </p:nvCxnSpPr>
            <p:spPr>
              <a:xfrm flipV="1">
                <a:off x="10538" y="9939"/>
                <a:ext cx="699" cy="505"/>
              </a:xfrm>
              <a:prstGeom prst="straightConnector1">
                <a:avLst/>
              </a:prstGeom>
              <a:ln>
                <a:tailEnd type="triangle"/>
              </a:ln>
            </p:spPr>
            <p:style>
              <a:lnRef idx="2">
                <a:schemeClr val="accent1"/>
              </a:lnRef>
              <a:fillRef idx="0">
                <a:srgbClr val="FFFFFF"/>
              </a:fillRef>
              <a:effectRef idx="0">
                <a:srgbClr val="FFFFFF"/>
              </a:effectRef>
              <a:fontRef idx="minor">
                <a:schemeClr val="tx1"/>
              </a:fontRef>
            </p:style>
          </p:cxnSp>
        </p:grpSp>
        <p:grpSp>
          <p:nvGrpSpPr>
            <p:cNvPr id="226" name="组合 225"/>
            <p:cNvGrpSpPr/>
            <p:nvPr/>
          </p:nvGrpSpPr>
          <p:grpSpPr>
            <a:xfrm>
              <a:off x="10354" y="8081"/>
              <a:ext cx="2992" cy="1794"/>
              <a:chOff x="9999" y="8081"/>
              <a:chExt cx="2992" cy="1794"/>
            </a:xfrm>
          </p:grpSpPr>
          <p:sp>
            <p:nvSpPr>
              <p:cNvPr id="212" name="矩形: 圆角 431"/>
              <p:cNvSpPr/>
              <p:nvPr/>
            </p:nvSpPr>
            <p:spPr>
              <a:xfrm>
                <a:off x="10319" y="8081"/>
                <a:ext cx="2471" cy="1795"/>
              </a:xfrm>
              <a:prstGeom prst="roundRect">
                <a:avLst>
                  <a:gd name="adj" fmla="val 10216"/>
                </a:avLst>
              </a:prstGeom>
              <a:solidFill>
                <a:srgbClr val="F2F2F2"/>
              </a:solidFill>
              <a:ln w="19050">
                <a:solidFill>
                  <a:srgbClr val="D0CECE"/>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grpSp>
            <p:nvGrpSpPr>
              <p:cNvPr id="213" name="组合 212"/>
              <p:cNvGrpSpPr/>
              <p:nvPr/>
            </p:nvGrpSpPr>
            <p:grpSpPr>
              <a:xfrm rot="0">
                <a:off x="10565" y="8620"/>
                <a:ext cx="1990" cy="1089"/>
                <a:chOff x="4578" y="3381"/>
                <a:chExt cx="1626" cy="1074"/>
              </a:xfrm>
            </p:grpSpPr>
            <p:sp>
              <p:nvSpPr>
                <p:cNvPr id="214" name="立方体 213"/>
                <p:cNvSpPr/>
                <p:nvPr/>
              </p:nvSpPr>
              <p:spPr>
                <a:xfrm>
                  <a:off x="4578" y="3855"/>
                  <a:ext cx="331" cy="601"/>
                </a:xfrm>
                <a:prstGeom prst="cube">
                  <a:avLst>
                    <a:gd name="adj" fmla="val 20902"/>
                  </a:avLst>
                </a:prstGeom>
                <a:solidFill>
                  <a:schemeClr val="accent3">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215" name="立方体 214"/>
                <p:cNvSpPr/>
                <p:nvPr/>
              </p:nvSpPr>
              <p:spPr>
                <a:xfrm>
                  <a:off x="4902" y="3583"/>
                  <a:ext cx="331" cy="873"/>
                </a:xfrm>
                <a:prstGeom prst="cube">
                  <a:avLst>
                    <a:gd name="adj" fmla="val 20902"/>
                  </a:avLst>
                </a:pr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216" name="立方体 215"/>
                <p:cNvSpPr/>
                <p:nvPr/>
              </p:nvSpPr>
              <p:spPr>
                <a:xfrm>
                  <a:off x="5226" y="3855"/>
                  <a:ext cx="331" cy="601"/>
                </a:xfrm>
                <a:prstGeom prst="cube">
                  <a:avLst>
                    <a:gd name="adj" fmla="val 20902"/>
                  </a:avLst>
                </a:prstGeom>
                <a:solidFill>
                  <a:srgbClr val="F19659"/>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217" name="立方体 216"/>
                <p:cNvSpPr/>
                <p:nvPr/>
              </p:nvSpPr>
              <p:spPr>
                <a:xfrm>
                  <a:off x="5550" y="3381"/>
                  <a:ext cx="331" cy="1071"/>
                </a:xfrm>
                <a:prstGeom prst="cube">
                  <a:avLst>
                    <a:gd name="adj" fmla="val 20902"/>
                  </a:avLst>
                </a:prstGeom>
                <a:solidFill>
                  <a:srgbClr val="7BAF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sp>
              <p:nvSpPr>
                <p:cNvPr id="218" name="立方体 217"/>
                <p:cNvSpPr/>
                <p:nvPr/>
              </p:nvSpPr>
              <p:spPr>
                <a:xfrm>
                  <a:off x="5874" y="3666"/>
                  <a:ext cx="331" cy="786"/>
                </a:xfrm>
                <a:prstGeom prst="cube">
                  <a:avLst>
                    <a:gd name="adj" fmla="val 20902"/>
                  </a:avLst>
                </a:prstGeom>
                <a:solidFill>
                  <a:schemeClr val="accent2">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tx1"/>
                    </a:solidFill>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grpSp>
          <p:sp>
            <p:nvSpPr>
              <p:cNvPr id="219" name="文本框 218"/>
              <p:cNvSpPr txBox="1"/>
              <p:nvPr/>
            </p:nvSpPr>
            <p:spPr>
              <a:xfrm>
                <a:off x="9999" y="8115"/>
                <a:ext cx="2993" cy="483"/>
              </a:xfrm>
              <a:prstGeom prst="rect">
                <a:avLst/>
              </a:prstGeom>
              <a:noFill/>
            </p:spPr>
            <p:txBody>
              <a:bodyPr wrap="square" rtlCol="0">
                <a:spAutoFit/>
              </a:bodyPr>
              <a:p>
                <a:pPr algn="ctr"/>
                <a:r>
                  <a:rPr lang="en-US" altLang="zh-CN" sz="1400" dirty="0">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rPr>
                  <a:t> I</a:t>
                </a:r>
                <a:r>
                  <a:rPr lang="en-US" altLang="zh-CN" sz="1400" dirty="0" err="1">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rPr>
                  <a:t>nter-class </a:t>
                </a:r>
                <a:r>
                  <a:rPr lang="en-US" altLang="zh-CN" sz="1400" dirty="0" err="1">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rPr>
                  <a:t>Probabilty</a:t>
                </a:r>
                <a:endParaRPr lang="en-US" altLang="zh-CN" sz="1400" dirty="0">
                  <a:latin typeface="Times New Roman" panose="02020603050405020304" pitchFamily="18" charset="0"/>
                  <a:ea typeface="微软雅黑" panose="020B0503020204020204" charset="-122"/>
                  <a:cs typeface="Times New Roman" panose="02020603050405020304" pitchFamily="18" charset="0"/>
                  <a:sym typeface="Times New Roman" panose="02020603050405020304" pitchFamily="18" charset="0"/>
                </a:endParaRPr>
              </a:p>
            </p:txBody>
          </p:sp>
        </p:grpSp>
        <p:grpSp>
          <p:nvGrpSpPr>
            <p:cNvPr id="228" name="组合 227"/>
            <p:cNvGrpSpPr/>
            <p:nvPr/>
          </p:nvGrpSpPr>
          <p:grpSpPr>
            <a:xfrm>
              <a:off x="7096" y="7916"/>
              <a:ext cx="2580" cy="1960"/>
              <a:chOff x="5603" y="7916"/>
              <a:chExt cx="2522" cy="1850"/>
            </a:xfrm>
          </p:grpSpPr>
          <p:grpSp>
            <p:nvGrpSpPr>
              <p:cNvPr id="227" name="组合 226"/>
              <p:cNvGrpSpPr/>
              <p:nvPr/>
            </p:nvGrpSpPr>
            <p:grpSpPr>
              <a:xfrm>
                <a:off x="5603" y="7916"/>
                <a:ext cx="2522" cy="1850"/>
                <a:chOff x="5603" y="7916"/>
                <a:chExt cx="2522" cy="1850"/>
              </a:xfrm>
            </p:grpSpPr>
            <p:grpSp>
              <p:nvGrpSpPr>
                <p:cNvPr id="129" name="组合 128"/>
                <p:cNvGrpSpPr/>
                <p:nvPr/>
              </p:nvGrpSpPr>
              <p:grpSpPr>
                <a:xfrm rot="0">
                  <a:off x="6224" y="8456"/>
                  <a:ext cx="1308" cy="1310"/>
                  <a:chOff x="12561" y="1468"/>
                  <a:chExt cx="1877" cy="1843"/>
                </a:xfrm>
              </p:grpSpPr>
              <p:sp>
                <p:nvSpPr>
                  <p:cNvPr id="130" name="矩形 129"/>
                  <p:cNvSpPr>
                    <a:spLocks noChangeAspect="1"/>
                  </p:cNvSpPr>
                  <p:nvPr/>
                </p:nvSpPr>
                <p:spPr>
                  <a:xfrm>
                    <a:off x="12561" y="1468"/>
                    <a:ext cx="313" cy="307"/>
                  </a:xfrm>
                  <a:prstGeom prst="rect">
                    <a:avLst/>
                  </a:prstGeom>
                  <a:solidFill>
                    <a:srgbClr val="EC843B"/>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31" name="矩形 130"/>
                  <p:cNvSpPr>
                    <a:spLocks noChangeAspect="1"/>
                  </p:cNvSpPr>
                  <p:nvPr/>
                </p:nvSpPr>
                <p:spPr>
                  <a:xfrm>
                    <a:off x="12874" y="1468"/>
                    <a:ext cx="313" cy="307"/>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32" name="矩形 131"/>
                  <p:cNvSpPr>
                    <a:spLocks noChangeAspect="1"/>
                  </p:cNvSpPr>
                  <p:nvPr/>
                </p:nvSpPr>
                <p:spPr>
                  <a:xfrm>
                    <a:off x="13186" y="1468"/>
                    <a:ext cx="313" cy="307"/>
                  </a:xfrm>
                  <a:prstGeom prst="rect">
                    <a:avLst/>
                  </a:prstGeom>
                  <a:solidFill>
                    <a:srgbClr val="F9D0B0"/>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33" name="矩形 132"/>
                  <p:cNvSpPr>
                    <a:spLocks noChangeAspect="1"/>
                  </p:cNvSpPr>
                  <p:nvPr/>
                </p:nvSpPr>
                <p:spPr>
                  <a:xfrm>
                    <a:off x="13499" y="1468"/>
                    <a:ext cx="313" cy="307"/>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34" name="矩形 133"/>
                  <p:cNvSpPr>
                    <a:spLocks noChangeAspect="1"/>
                  </p:cNvSpPr>
                  <p:nvPr/>
                </p:nvSpPr>
                <p:spPr>
                  <a:xfrm>
                    <a:off x="13812" y="1468"/>
                    <a:ext cx="313" cy="307"/>
                  </a:xfrm>
                  <a:prstGeom prst="rect">
                    <a:avLst/>
                  </a:prstGeom>
                  <a:solidFill>
                    <a:srgbClr val="EC8238"/>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35" name="矩形 134"/>
                  <p:cNvSpPr>
                    <a:spLocks noChangeAspect="1"/>
                  </p:cNvSpPr>
                  <p:nvPr/>
                </p:nvSpPr>
                <p:spPr>
                  <a:xfrm>
                    <a:off x="14124" y="1468"/>
                    <a:ext cx="313" cy="307"/>
                  </a:xfrm>
                  <a:prstGeom prst="rect">
                    <a:avLst/>
                  </a:prstGeom>
                  <a:solidFill>
                    <a:srgbClr val="EC8238"/>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36" name="矩形 135"/>
                  <p:cNvSpPr>
                    <a:spLocks noChangeAspect="1"/>
                  </p:cNvSpPr>
                  <p:nvPr/>
                </p:nvSpPr>
                <p:spPr>
                  <a:xfrm>
                    <a:off x="12561" y="1775"/>
                    <a:ext cx="313" cy="307"/>
                  </a:xfrm>
                  <a:prstGeom prst="rect">
                    <a:avLst/>
                  </a:prstGeom>
                  <a:solidFill>
                    <a:srgbClr val="F8C9A5"/>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37" name="矩形 136"/>
                  <p:cNvSpPr>
                    <a:spLocks noChangeAspect="1"/>
                  </p:cNvSpPr>
                  <p:nvPr/>
                </p:nvSpPr>
                <p:spPr>
                  <a:xfrm>
                    <a:off x="12874" y="1775"/>
                    <a:ext cx="313" cy="307"/>
                  </a:xfrm>
                  <a:prstGeom prst="rect">
                    <a:avLst/>
                  </a:prstGeom>
                  <a:solidFill>
                    <a:srgbClr val="E97627"/>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38" name="矩形 137"/>
                  <p:cNvSpPr>
                    <a:spLocks noChangeAspect="1"/>
                  </p:cNvSpPr>
                  <p:nvPr/>
                </p:nvSpPr>
                <p:spPr>
                  <a:xfrm>
                    <a:off x="13186" y="1775"/>
                    <a:ext cx="313" cy="307"/>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39" name="矩形 138"/>
                  <p:cNvSpPr>
                    <a:spLocks noChangeAspect="1"/>
                  </p:cNvSpPr>
                  <p:nvPr/>
                </p:nvSpPr>
                <p:spPr>
                  <a:xfrm>
                    <a:off x="13499" y="1775"/>
                    <a:ext cx="313" cy="307"/>
                  </a:xfrm>
                  <a:prstGeom prst="rect">
                    <a:avLst/>
                  </a:prstGeom>
                  <a:solidFill>
                    <a:srgbClr val="F8C9A5"/>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40" name="矩形 139"/>
                  <p:cNvSpPr>
                    <a:spLocks noChangeAspect="1"/>
                  </p:cNvSpPr>
                  <p:nvPr/>
                </p:nvSpPr>
                <p:spPr>
                  <a:xfrm>
                    <a:off x="13812" y="1775"/>
                    <a:ext cx="313" cy="307"/>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46" name="矩形 145"/>
                  <p:cNvSpPr>
                    <a:spLocks noChangeAspect="1"/>
                  </p:cNvSpPr>
                  <p:nvPr/>
                </p:nvSpPr>
                <p:spPr>
                  <a:xfrm>
                    <a:off x="14124" y="1775"/>
                    <a:ext cx="313" cy="307"/>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47" name="矩形 146"/>
                  <p:cNvSpPr>
                    <a:spLocks noChangeAspect="1"/>
                  </p:cNvSpPr>
                  <p:nvPr/>
                </p:nvSpPr>
                <p:spPr>
                  <a:xfrm>
                    <a:off x="12561" y="2082"/>
                    <a:ext cx="313" cy="307"/>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48" name="矩形 147"/>
                  <p:cNvSpPr>
                    <a:spLocks noChangeAspect="1"/>
                  </p:cNvSpPr>
                  <p:nvPr/>
                </p:nvSpPr>
                <p:spPr>
                  <a:xfrm>
                    <a:off x="12874" y="2082"/>
                    <a:ext cx="313" cy="307"/>
                  </a:xfrm>
                  <a:prstGeom prst="rect">
                    <a:avLst/>
                  </a:prstGeom>
                  <a:solidFill>
                    <a:srgbClr val="EC8238"/>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49" name="矩形 148"/>
                  <p:cNvSpPr>
                    <a:spLocks noChangeAspect="1"/>
                  </p:cNvSpPr>
                  <p:nvPr/>
                </p:nvSpPr>
                <p:spPr>
                  <a:xfrm>
                    <a:off x="13186" y="2082"/>
                    <a:ext cx="313" cy="307"/>
                  </a:xfrm>
                  <a:prstGeom prst="rect">
                    <a:avLst/>
                  </a:prstGeom>
                  <a:solidFill>
                    <a:srgbClr val="E97220"/>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50" name="矩形 149"/>
                  <p:cNvSpPr>
                    <a:spLocks noChangeAspect="1"/>
                  </p:cNvSpPr>
                  <p:nvPr/>
                </p:nvSpPr>
                <p:spPr>
                  <a:xfrm>
                    <a:off x="13499" y="2082"/>
                    <a:ext cx="313" cy="307"/>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51" name="矩形 150"/>
                  <p:cNvSpPr>
                    <a:spLocks noChangeAspect="1"/>
                  </p:cNvSpPr>
                  <p:nvPr/>
                </p:nvSpPr>
                <p:spPr>
                  <a:xfrm>
                    <a:off x="13812" y="2082"/>
                    <a:ext cx="313" cy="307"/>
                  </a:xfrm>
                  <a:prstGeom prst="rect">
                    <a:avLst/>
                  </a:prstGeom>
                  <a:solidFill>
                    <a:srgbClr val="F8C9A5"/>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52" name="矩形 151"/>
                  <p:cNvSpPr>
                    <a:spLocks noChangeAspect="1"/>
                  </p:cNvSpPr>
                  <p:nvPr/>
                </p:nvSpPr>
                <p:spPr>
                  <a:xfrm>
                    <a:off x="14124" y="2082"/>
                    <a:ext cx="313" cy="307"/>
                  </a:xfrm>
                  <a:prstGeom prst="rect">
                    <a:avLst/>
                  </a:prstGeom>
                  <a:solidFill>
                    <a:srgbClr val="F9D0B0"/>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53" name="矩形 152"/>
                  <p:cNvSpPr>
                    <a:spLocks noChangeAspect="1"/>
                  </p:cNvSpPr>
                  <p:nvPr/>
                </p:nvSpPr>
                <p:spPr>
                  <a:xfrm>
                    <a:off x="12561" y="2389"/>
                    <a:ext cx="313" cy="307"/>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54" name="矩形 153"/>
                  <p:cNvSpPr>
                    <a:spLocks noChangeAspect="1"/>
                  </p:cNvSpPr>
                  <p:nvPr/>
                </p:nvSpPr>
                <p:spPr>
                  <a:xfrm>
                    <a:off x="12874" y="2389"/>
                    <a:ext cx="313" cy="307"/>
                  </a:xfrm>
                  <a:prstGeom prst="rect">
                    <a:avLst/>
                  </a:prstGeom>
                  <a:solidFill>
                    <a:srgbClr val="F8C9A5"/>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55" name="矩形 154"/>
                  <p:cNvSpPr>
                    <a:spLocks noChangeAspect="1"/>
                  </p:cNvSpPr>
                  <p:nvPr/>
                </p:nvSpPr>
                <p:spPr>
                  <a:xfrm>
                    <a:off x="13186" y="2389"/>
                    <a:ext cx="313" cy="307"/>
                  </a:xfrm>
                  <a:prstGeom prst="rect">
                    <a:avLst/>
                  </a:prstGeom>
                  <a:solidFill>
                    <a:srgbClr val="EC8238"/>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56" name="矩形 155"/>
                  <p:cNvSpPr>
                    <a:spLocks noChangeAspect="1"/>
                  </p:cNvSpPr>
                  <p:nvPr/>
                </p:nvSpPr>
                <p:spPr>
                  <a:xfrm>
                    <a:off x="13499" y="2389"/>
                    <a:ext cx="313" cy="307"/>
                  </a:xfrm>
                  <a:prstGeom prst="rect">
                    <a:avLst/>
                  </a:prstGeom>
                  <a:solidFill>
                    <a:srgbClr val="E9711F"/>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61" name="矩形 160"/>
                  <p:cNvSpPr>
                    <a:spLocks noChangeAspect="1"/>
                  </p:cNvSpPr>
                  <p:nvPr/>
                </p:nvSpPr>
                <p:spPr>
                  <a:xfrm>
                    <a:off x="13812" y="2389"/>
                    <a:ext cx="313" cy="307"/>
                  </a:xfrm>
                  <a:prstGeom prst="rect">
                    <a:avLst/>
                  </a:prstGeom>
                  <a:solidFill>
                    <a:srgbClr val="EC8238"/>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62" name="矩形 161"/>
                  <p:cNvSpPr>
                    <a:spLocks noChangeAspect="1"/>
                  </p:cNvSpPr>
                  <p:nvPr/>
                </p:nvSpPr>
                <p:spPr>
                  <a:xfrm>
                    <a:off x="14124" y="2389"/>
                    <a:ext cx="313" cy="307"/>
                  </a:xfrm>
                  <a:prstGeom prst="rect">
                    <a:avLst/>
                  </a:prstGeom>
                  <a:solidFill>
                    <a:srgbClr val="F9D0B0"/>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63" name="矩形 162"/>
                  <p:cNvSpPr>
                    <a:spLocks noChangeAspect="1"/>
                  </p:cNvSpPr>
                  <p:nvPr/>
                </p:nvSpPr>
                <p:spPr>
                  <a:xfrm>
                    <a:off x="12561" y="2696"/>
                    <a:ext cx="313" cy="307"/>
                  </a:xfrm>
                  <a:prstGeom prst="rect">
                    <a:avLst/>
                  </a:prstGeom>
                  <a:solidFill>
                    <a:srgbClr val="F9D0B0"/>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64" name="矩形 163"/>
                  <p:cNvSpPr>
                    <a:spLocks noChangeAspect="1"/>
                  </p:cNvSpPr>
                  <p:nvPr/>
                </p:nvSpPr>
                <p:spPr>
                  <a:xfrm>
                    <a:off x="12874" y="2696"/>
                    <a:ext cx="313" cy="307"/>
                  </a:xfrm>
                  <a:prstGeom prst="rect">
                    <a:avLst/>
                  </a:prstGeom>
                  <a:solidFill>
                    <a:srgbClr val="F9D0B0"/>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65" name="矩形 164"/>
                  <p:cNvSpPr>
                    <a:spLocks noChangeAspect="1"/>
                  </p:cNvSpPr>
                  <p:nvPr/>
                </p:nvSpPr>
                <p:spPr>
                  <a:xfrm>
                    <a:off x="13186" y="2696"/>
                    <a:ext cx="313" cy="307"/>
                  </a:xfrm>
                  <a:prstGeom prst="rect">
                    <a:avLst/>
                  </a:prstGeom>
                  <a:solidFill>
                    <a:srgbClr val="F9D0B0"/>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66" name="矩形 165"/>
                  <p:cNvSpPr>
                    <a:spLocks noChangeAspect="1"/>
                  </p:cNvSpPr>
                  <p:nvPr/>
                </p:nvSpPr>
                <p:spPr>
                  <a:xfrm>
                    <a:off x="13499" y="2696"/>
                    <a:ext cx="313" cy="307"/>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67" name="矩形 166"/>
                  <p:cNvSpPr>
                    <a:spLocks noChangeAspect="1"/>
                  </p:cNvSpPr>
                  <p:nvPr/>
                </p:nvSpPr>
                <p:spPr>
                  <a:xfrm>
                    <a:off x="13812" y="2696"/>
                    <a:ext cx="314" cy="308"/>
                  </a:xfrm>
                  <a:prstGeom prst="rect">
                    <a:avLst/>
                  </a:prstGeom>
                  <a:solidFill>
                    <a:srgbClr val="E9711F"/>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68" name="矩形 167"/>
                  <p:cNvSpPr>
                    <a:spLocks noChangeAspect="1"/>
                  </p:cNvSpPr>
                  <p:nvPr/>
                </p:nvSpPr>
                <p:spPr>
                  <a:xfrm>
                    <a:off x="14124" y="2696"/>
                    <a:ext cx="313" cy="307"/>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69" name="矩形 168"/>
                  <p:cNvSpPr>
                    <a:spLocks noChangeAspect="1"/>
                  </p:cNvSpPr>
                  <p:nvPr/>
                </p:nvSpPr>
                <p:spPr>
                  <a:xfrm>
                    <a:off x="12561" y="3003"/>
                    <a:ext cx="313" cy="307"/>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70" name="矩形 169"/>
                  <p:cNvSpPr>
                    <a:spLocks noChangeAspect="1"/>
                  </p:cNvSpPr>
                  <p:nvPr/>
                </p:nvSpPr>
                <p:spPr>
                  <a:xfrm>
                    <a:off x="12874" y="3003"/>
                    <a:ext cx="313" cy="307"/>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71" name="矩形 170"/>
                  <p:cNvSpPr>
                    <a:spLocks noChangeAspect="1"/>
                  </p:cNvSpPr>
                  <p:nvPr/>
                </p:nvSpPr>
                <p:spPr>
                  <a:xfrm>
                    <a:off x="13186" y="3003"/>
                    <a:ext cx="313" cy="307"/>
                  </a:xfrm>
                  <a:prstGeom prst="rect">
                    <a:avLst/>
                  </a:prstGeom>
                  <a:solidFill>
                    <a:srgbClr val="F9D0B0"/>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72" name="矩形 171"/>
                  <p:cNvSpPr>
                    <a:spLocks noChangeAspect="1"/>
                  </p:cNvSpPr>
                  <p:nvPr/>
                </p:nvSpPr>
                <p:spPr>
                  <a:xfrm>
                    <a:off x="13499" y="3003"/>
                    <a:ext cx="313" cy="307"/>
                  </a:xfrm>
                  <a:prstGeom prst="rect">
                    <a:avLst/>
                  </a:prstGeom>
                  <a:solidFill>
                    <a:srgbClr val="F8C9A5"/>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74" name="矩形 173"/>
                  <p:cNvSpPr>
                    <a:spLocks noChangeAspect="1"/>
                  </p:cNvSpPr>
                  <p:nvPr/>
                </p:nvSpPr>
                <p:spPr>
                  <a:xfrm>
                    <a:off x="13812" y="3003"/>
                    <a:ext cx="313" cy="307"/>
                  </a:xfrm>
                  <a:prstGeom prst="rect">
                    <a:avLst/>
                  </a:prstGeom>
                  <a:solidFill>
                    <a:schemeClr val="accent2">
                      <a:lumMod val="20000"/>
                      <a:lumOff val="80000"/>
                    </a:schemeClr>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sp>
                <p:nvSpPr>
                  <p:cNvPr id="176" name="矩形 175"/>
                  <p:cNvSpPr>
                    <a:spLocks noChangeAspect="1"/>
                  </p:cNvSpPr>
                  <p:nvPr/>
                </p:nvSpPr>
                <p:spPr>
                  <a:xfrm>
                    <a:off x="14124" y="3003"/>
                    <a:ext cx="314" cy="308"/>
                  </a:xfrm>
                  <a:prstGeom prst="rect">
                    <a:avLst/>
                  </a:prstGeom>
                  <a:solidFill>
                    <a:srgbClr val="E9711F"/>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Times New Roman" panose="02020603050405020304" pitchFamily="18" charset="0"/>
                      <a:ea typeface="微软雅黑" panose="020B0503020204020204" charset="-122"/>
                      <a:sym typeface="Times New Roman" panose="02020603050405020304" pitchFamily="18" charset="0"/>
                    </a:endParaRPr>
                  </a:p>
                </p:txBody>
              </p:sp>
            </p:grpSp>
            <p:sp>
              <p:nvSpPr>
                <p:cNvPr id="224" name="文本框 223"/>
                <p:cNvSpPr txBox="1"/>
                <p:nvPr/>
              </p:nvSpPr>
              <p:spPr>
                <a:xfrm>
                  <a:off x="5603" y="7916"/>
                  <a:ext cx="2522" cy="456"/>
                </a:xfrm>
                <a:prstGeom prst="rect">
                  <a:avLst/>
                </a:prstGeom>
                <a:noFill/>
              </p:spPr>
              <p:txBody>
                <a:bodyPr wrap="square" rtlCol="0">
                  <a:spAutoFit/>
                </a:bodyPr>
                <a:p>
                  <a:pPr algn="ctr"/>
                  <a:r>
                    <a:rPr lang="en-US" altLang="zh-CN" sz="1400" dirty="0" err="1">
                      <a:latin typeface="Times New Roman" panose="02020603050405020304" pitchFamily="18" charset="0"/>
                      <a:ea typeface="微软雅黑" panose="020B0503020204020204" charset="-122"/>
                      <a:cs typeface="Times New Roman" panose="02020603050405020304" pitchFamily="18" charset="0"/>
                    </a:rPr>
                    <a:t> Similarity Matrix</a:t>
                  </a:r>
                  <a:endParaRPr lang="en-US" altLang="zh-CN" sz="1400" dirty="0" err="1">
                    <a:latin typeface="Times New Roman" panose="02020603050405020304" pitchFamily="18" charset="0"/>
                    <a:ea typeface="微软雅黑" panose="020B0503020204020204" charset="-122"/>
                    <a:cs typeface="Times New Roman" panose="02020603050405020304" pitchFamily="18" charset="0"/>
                  </a:endParaRPr>
                </a:p>
              </p:txBody>
            </p:sp>
          </p:grpSp>
          <p:sp>
            <p:nvSpPr>
              <p:cNvPr id="225" name="矩形 224"/>
              <p:cNvSpPr/>
              <p:nvPr/>
            </p:nvSpPr>
            <p:spPr>
              <a:xfrm>
                <a:off x="5959" y="9094"/>
                <a:ext cx="1750" cy="219"/>
              </a:xfrm>
              <a:prstGeom prst="rect">
                <a:avLst/>
              </a:prstGeom>
              <a:noFill/>
              <a:ln w="25400">
                <a:solidFill>
                  <a:srgbClr val="C0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cxnSp>
          <p:nvCxnSpPr>
            <p:cNvPr id="229" name="直接连接符 228"/>
            <p:cNvCxnSpPr/>
            <p:nvPr/>
          </p:nvCxnSpPr>
          <p:spPr>
            <a:xfrm flipV="1">
              <a:off x="9252" y="8110"/>
              <a:ext cx="1500" cy="1030"/>
            </a:xfrm>
            <a:prstGeom prst="line">
              <a:avLst/>
            </a:prstGeom>
            <a:ln>
              <a:solidFill>
                <a:schemeClr val="bg1">
                  <a:lumMod val="65000"/>
                </a:schemeClr>
              </a:solidFill>
            </a:ln>
          </p:spPr>
          <p:style>
            <a:lnRef idx="2">
              <a:schemeClr val="accent1"/>
            </a:lnRef>
            <a:fillRef idx="0">
              <a:srgbClr val="FFFFFF"/>
            </a:fillRef>
            <a:effectRef idx="0">
              <a:srgbClr val="FFFFFF"/>
            </a:effectRef>
            <a:fontRef idx="minor">
              <a:schemeClr val="tx1"/>
            </a:fontRef>
          </p:style>
        </p:cxnSp>
        <p:cxnSp>
          <p:nvCxnSpPr>
            <p:cNvPr id="230" name="直接连接符 229"/>
            <p:cNvCxnSpPr/>
            <p:nvPr/>
          </p:nvCxnSpPr>
          <p:spPr>
            <a:xfrm>
              <a:off x="9255" y="9423"/>
              <a:ext cx="1482" cy="417"/>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grpSp>
          <p:nvGrpSpPr>
            <p:cNvPr id="296" name="组合 295"/>
            <p:cNvGrpSpPr/>
            <p:nvPr/>
          </p:nvGrpSpPr>
          <p:grpSpPr>
            <a:xfrm>
              <a:off x="14949" y="8257"/>
              <a:ext cx="3542" cy="1647"/>
              <a:chOff x="14927" y="8230"/>
              <a:chExt cx="3542" cy="1647"/>
            </a:xfrm>
          </p:grpSpPr>
          <p:sp>
            <p:nvSpPr>
              <p:cNvPr id="14" name="圆角矩形 13"/>
              <p:cNvSpPr/>
              <p:nvPr/>
            </p:nvSpPr>
            <p:spPr>
              <a:xfrm>
                <a:off x="15094" y="8230"/>
                <a:ext cx="2880" cy="1647"/>
              </a:xfrm>
              <a:prstGeom prst="roundRect">
                <a:avLst/>
              </a:prstGeom>
              <a:solidFill>
                <a:schemeClr val="bg1">
                  <a:lumMod val="95000"/>
                </a:schemeClr>
              </a:solidFill>
              <a:ln>
                <a:solidFill>
                  <a:schemeClr val="bg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31" name="图形 27" descr="雪花 纯色填充"/>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rot="5400000">
                <a:off x="15143" y="8372"/>
                <a:ext cx="462" cy="462"/>
              </a:xfrm>
              <a:prstGeom prst="rect">
                <a:avLst/>
              </a:prstGeom>
            </p:spPr>
          </p:pic>
          <p:sp>
            <p:nvSpPr>
              <p:cNvPr id="232" name="文本框 231"/>
              <p:cNvSpPr txBox="1"/>
              <p:nvPr/>
            </p:nvSpPr>
            <p:spPr>
              <a:xfrm>
                <a:off x="15057" y="8313"/>
                <a:ext cx="3412" cy="580"/>
              </a:xfrm>
              <a:prstGeom prst="rect">
                <a:avLst/>
              </a:prstGeom>
              <a:noFill/>
            </p:spPr>
            <p:txBody>
              <a:bodyPr wrap="square" rtlCol="0">
                <a:spAutoFit/>
              </a:bodyPr>
              <a:p>
                <a:pPr algn="ctr"/>
                <a:r>
                  <a:rPr lang="en-US" altLang="zh-CN"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pitchFamily="18" charset="0"/>
                  </a:rPr>
                  <a:t>Freeze network </a:t>
                </a:r>
                <a:endParaRPr lang="en-US" altLang="zh-CN"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pitchFamily="18" charset="0"/>
                </a:endParaRPr>
              </a:p>
            </p:txBody>
          </p:sp>
          <p:pic>
            <p:nvPicPr>
              <p:cNvPr id="233" name="图形 2243" descr="火 纯色填充"/>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15222" y="9274"/>
                <a:ext cx="298" cy="308"/>
              </a:xfrm>
              <a:prstGeom prst="rect">
                <a:avLst/>
              </a:prstGeom>
            </p:spPr>
          </p:pic>
          <p:sp>
            <p:nvSpPr>
              <p:cNvPr id="234" name="文本框 233"/>
              <p:cNvSpPr txBox="1"/>
              <p:nvPr/>
            </p:nvSpPr>
            <p:spPr>
              <a:xfrm>
                <a:off x="14927" y="9138"/>
                <a:ext cx="3411" cy="580"/>
              </a:xfrm>
              <a:prstGeom prst="rect">
                <a:avLst/>
              </a:prstGeom>
              <a:noFill/>
            </p:spPr>
            <p:txBody>
              <a:bodyPr wrap="square" rtlCol="0">
                <a:spAutoFit/>
              </a:bodyPr>
              <a:p>
                <a:pPr algn="ctr"/>
                <a:r>
                  <a:rPr lang="en-US" altLang="zh-CN"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pitchFamily="18" charset="0"/>
                  </a:rPr>
                  <a:t> Update network</a:t>
                </a:r>
                <a:endParaRPr lang="en-US" altLang="zh-CN"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sym typeface="Times New Roman" panose="02020603050405020304" pitchFamily="18" charset="0"/>
                </a:endParaRPr>
              </a:p>
            </p:txBody>
          </p:sp>
        </p:grpSp>
        <p:sp>
          <p:nvSpPr>
            <p:cNvPr id="237" name="文本框 236"/>
            <p:cNvSpPr txBox="1"/>
            <p:nvPr/>
          </p:nvSpPr>
          <p:spPr>
            <a:xfrm>
              <a:off x="1304" y="265"/>
              <a:ext cx="2643" cy="577"/>
            </a:xfrm>
            <a:prstGeom prst="rect">
              <a:avLst/>
            </a:prstGeom>
            <a:noFill/>
          </p:spPr>
          <p:txBody>
            <a:bodyPr wrap="square" rtlCol="0">
              <a:noAutofit/>
            </a:bodyPr>
            <a:p>
              <a:pPr algn="ctr"/>
              <a:r>
                <a:rPr lang="en-US" altLang="zh-CN" sz="1400" dirty="0">
                  <a:latin typeface="Times New Roman" panose="02020603050405020304" pitchFamily="18" charset="0"/>
                  <a:ea typeface="微软雅黑" panose="020B0503020204020204" charset="-122"/>
                  <a:sym typeface="Times New Roman" panose="02020603050405020304" pitchFamily="18" charset="0"/>
                </a:rPr>
                <a:t> Original Samples</a:t>
              </a:r>
              <a:endParaRPr lang="zh-CN" altLang="en-US" sz="1400" dirty="0">
                <a:latin typeface="Times New Roman" panose="02020603050405020304" pitchFamily="18" charset="0"/>
                <a:ea typeface="微软雅黑" panose="020B0503020204020204" charset="-122"/>
                <a:sym typeface="Times New Roman" panose="02020603050405020304" pitchFamily="18" charset="0"/>
              </a:endParaRPr>
            </a:p>
            <a:p>
              <a:pPr algn="ctr"/>
              <a:endParaRPr lang="zh-CN" altLang="en-US" sz="1400" spc="200">
                <a:latin typeface="Arial" panose="020B0604020202020204" pitchFamily="34" charset="0"/>
                <a:ea typeface="微软雅黑" panose="020B0503020204020204" charset="-122"/>
              </a:endParaRPr>
            </a:p>
            <a:p>
              <a:pPr algn="ctr"/>
              <a:endParaRPr lang="zh-CN" altLang="en-US" sz="1400" spc="200">
                <a:latin typeface="Arial" panose="020B0604020202020204" pitchFamily="34" charset="0"/>
                <a:ea typeface="微软雅黑" panose="020B0503020204020204" charset="-122"/>
              </a:endParaRPr>
            </a:p>
          </p:txBody>
        </p:sp>
        <p:sp>
          <p:nvSpPr>
            <p:cNvPr id="3" name="椭圆 2"/>
            <p:cNvSpPr/>
            <p:nvPr/>
          </p:nvSpPr>
          <p:spPr>
            <a:xfrm>
              <a:off x="1636" y="8052"/>
              <a:ext cx="1716" cy="1788"/>
            </a:xfrm>
            <a:prstGeom prst="ellipse">
              <a:avLst/>
            </a:prstGeom>
            <a:noFill/>
            <a:ln>
              <a:solidFill>
                <a:schemeClr val="tx1">
                  <a:lumMod val="95000"/>
                  <a:lumOff val="5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椭圆 6"/>
            <p:cNvSpPr/>
            <p:nvPr/>
          </p:nvSpPr>
          <p:spPr>
            <a:xfrm>
              <a:off x="1636" y="8784"/>
              <a:ext cx="1728" cy="368"/>
            </a:xfrm>
            <a:prstGeom prst="ellipse">
              <a:avLst/>
            </a:prstGeom>
            <a:noFill/>
            <a:ln w="12700" cmpd="sng">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9" name="直接箭头连接符 8"/>
            <p:cNvCxnSpPr/>
            <p:nvPr/>
          </p:nvCxnSpPr>
          <p:spPr>
            <a:xfrm flipV="1">
              <a:off x="2567" y="8370"/>
              <a:ext cx="139" cy="576"/>
            </a:xfrm>
            <a:prstGeom prst="straightConnector1">
              <a:avLst/>
            </a:prstGeom>
            <a:ln>
              <a:solidFill>
                <a:schemeClr val="accent2">
                  <a:lumMod val="75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0" name="直接箭头连接符 9"/>
            <p:cNvCxnSpPr/>
            <p:nvPr/>
          </p:nvCxnSpPr>
          <p:spPr>
            <a:xfrm flipH="1">
              <a:off x="1990" y="8920"/>
              <a:ext cx="587" cy="496"/>
            </a:xfrm>
            <a:prstGeom prst="straightConnector1">
              <a:avLst/>
            </a:prstGeom>
            <a:ln>
              <a:solidFill>
                <a:srgbClr val="C00000"/>
              </a:solidFill>
              <a:tailEnd type="triangle"/>
            </a:ln>
          </p:spPr>
          <p:style>
            <a:lnRef idx="2">
              <a:schemeClr val="accent1"/>
            </a:lnRef>
            <a:fillRef idx="0">
              <a:srgbClr val="FFFFFF"/>
            </a:fillRef>
            <a:effectRef idx="0">
              <a:srgbClr val="FFFFFF"/>
            </a:effectRef>
            <a:fontRef idx="minor">
              <a:schemeClr val="tx1"/>
            </a:fontRef>
          </p:style>
        </p:cxnSp>
        <p:cxnSp>
          <p:nvCxnSpPr>
            <p:cNvPr id="11" name="直接箭头连接符 10"/>
            <p:cNvCxnSpPr/>
            <p:nvPr/>
          </p:nvCxnSpPr>
          <p:spPr>
            <a:xfrm>
              <a:off x="2580" y="8920"/>
              <a:ext cx="333" cy="591"/>
            </a:xfrm>
            <a:prstGeom prst="straightConnector1">
              <a:avLst/>
            </a:prstGeom>
            <a:ln>
              <a:solidFill>
                <a:schemeClr val="accent2">
                  <a:lumMod val="60000"/>
                  <a:lumOff val="4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2" name="直接箭头连接符 11"/>
            <p:cNvCxnSpPr/>
            <p:nvPr/>
          </p:nvCxnSpPr>
          <p:spPr>
            <a:xfrm flipH="1" flipV="1">
              <a:off x="1875" y="8626"/>
              <a:ext cx="690" cy="289"/>
            </a:xfrm>
            <a:prstGeom prst="straightConnector1">
              <a:avLst/>
            </a:prstGeom>
            <a:ln>
              <a:tailEnd type="triangle"/>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a:off x="2580" y="8915"/>
              <a:ext cx="150" cy="695"/>
            </a:xfrm>
            <a:prstGeom prst="straightConnector1">
              <a:avLst/>
            </a:prstGeom>
            <a:ln>
              <a:solidFill>
                <a:schemeClr val="accent4">
                  <a:lumMod val="75000"/>
                </a:schemeClr>
              </a:solidFill>
              <a:tailEnd type="triangle"/>
            </a:ln>
          </p:spPr>
          <p:style>
            <a:lnRef idx="2">
              <a:schemeClr val="accent1"/>
            </a:lnRef>
            <a:fillRef idx="0">
              <a:srgbClr val="FFFFFF"/>
            </a:fillRef>
            <a:effectRef idx="0">
              <a:srgbClr val="FFFFFF"/>
            </a:effectRef>
            <a:fontRef idx="minor">
              <a:schemeClr val="tx1"/>
            </a:fontRef>
          </p:style>
        </p:cxnSp>
        <p:sp>
          <p:nvSpPr>
            <p:cNvPr id="15" name="圆角矩形 14"/>
            <p:cNvSpPr/>
            <p:nvPr/>
          </p:nvSpPr>
          <p:spPr>
            <a:xfrm>
              <a:off x="5009" y="8356"/>
              <a:ext cx="1728" cy="1520"/>
            </a:xfrm>
            <a:prstGeom prst="roundRect">
              <a:avLst/>
            </a:prstGeom>
            <a:noFill/>
            <a:ln>
              <a:solidFill>
                <a:schemeClr val="accent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4918" y="8620"/>
              <a:ext cx="1819" cy="919"/>
            </a:xfrm>
            <a:prstGeom prst="rect">
              <a:avLst/>
            </a:prstGeom>
            <a:noFill/>
          </p:spPr>
          <p:txBody>
            <a:bodyPr wrap="square" rtlCol="0">
              <a:spAutoFit/>
            </a:bodyPr>
            <a:p>
              <a:pPr algn="ctr"/>
              <a:r>
                <a:rPr lang="en-US" altLang="zh-CN" sz="1600">
                  <a:latin typeface="Times New Roman" panose="02020603050405020304" pitchFamily="18" charset="0"/>
                  <a:cs typeface="Times New Roman" panose="02020603050405020304" pitchFamily="18" charset="0"/>
                </a:rPr>
                <a:t>Calculate </a:t>
              </a:r>
              <a:endParaRPr lang="en-US" altLang="zh-CN" sz="1600">
                <a:latin typeface="Times New Roman" panose="02020603050405020304" pitchFamily="18" charset="0"/>
                <a:cs typeface="Times New Roman" panose="02020603050405020304" pitchFamily="18" charset="0"/>
              </a:endParaRPr>
            </a:p>
            <a:p>
              <a:pPr algn="ctr"/>
              <a:r>
                <a:rPr lang="en-US" altLang="zh-CN" sz="1600">
                  <a:latin typeface="Times New Roman" panose="02020603050405020304" pitchFamily="18" charset="0"/>
                  <a:cs typeface="Times New Roman" panose="02020603050405020304" pitchFamily="18" charset="0"/>
                </a:rPr>
                <a:t>Similarity</a:t>
              </a:r>
              <a:endParaRPr lang="en-US" altLang="zh-CN" sz="1600">
                <a:latin typeface="Times New Roman" panose="02020603050405020304" pitchFamily="18" charset="0"/>
                <a:cs typeface="Times New Roman" panose="02020603050405020304" pitchFamily="18" charset="0"/>
              </a:endParaRPr>
            </a:p>
          </p:txBody>
        </p:sp>
        <p:cxnSp>
          <p:nvCxnSpPr>
            <p:cNvPr id="17" name="直接箭头连接符 16"/>
            <p:cNvCxnSpPr/>
            <p:nvPr/>
          </p:nvCxnSpPr>
          <p:spPr>
            <a:xfrm>
              <a:off x="6737" y="8948"/>
              <a:ext cx="990" cy="0"/>
            </a:xfrm>
            <a:prstGeom prst="straightConnector1">
              <a:avLst/>
            </a:prstGeom>
            <a:ln>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grpSp>
          <p:nvGrpSpPr>
            <p:cNvPr id="62" name="组合 61"/>
            <p:cNvGrpSpPr/>
            <p:nvPr/>
          </p:nvGrpSpPr>
          <p:grpSpPr>
            <a:xfrm>
              <a:off x="7454" y="4909"/>
              <a:ext cx="1439" cy="1573"/>
              <a:chOff x="7454" y="4909"/>
              <a:chExt cx="1439" cy="1573"/>
            </a:xfrm>
          </p:grpSpPr>
          <p:grpSp>
            <p:nvGrpSpPr>
              <p:cNvPr id="26" name="组合 25"/>
              <p:cNvGrpSpPr/>
              <p:nvPr/>
            </p:nvGrpSpPr>
            <p:grpSpPr>
              <a:xfrm>
                <a:off x="7454" y="4909"/>
                <a:ext cx="1439" cy="551"/>
                <a:chOff x="7524" y="4909"/>
                <a:chExt cx="1439" cy="551"/>
              </a:xfrm>
            </p:grpSpPr>
            <p:sp>
              <p:nvSpPr>
                <p:cNvPr id="24" name="圆角矩形 23"/>
                <p:cNvSpPr/>
                <p:nvPr/>
              </p:nvSpPr>
              <p:spPr>
                <a:xfrm>
                  <a:off x="7603" y="4909"/>
                  <a:ext cx="1244" cy="551"/>
                </a:xfrm>
                <a:prstGeom prst="roundRect">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文本框 24"/>
                <p:cNvSpPr txBox="1"/>
                <p:nvPr/>
              </p:nvSpPr>
              <p:spPr>
                <a:xfrm>
                  <a:off x="7524" y="4930"/>
                  <a:ext cx="1439" cy="483"/>
                </a:xfrm>
                <a:prstGeom prst="rect">
                  <a:avLst/>
                </a:prstGeom>
                <a:noFill/>
              </p:spPr>
              <p:txBody>
                <a:bodyPr wrap="square" rtlCol="0">
                  <a:spAutoFit/>
                </a:bodyPr>
                <a:p>
                  <a:pPr algn="ctr"/>
                  <a:r>
                    <a:rPr lang="en-US" altLang="zh-CN" sz="1400">
                      <a:latin typeface="Times New Roman" panose="02020603050405020304" pitchFamily="18" charset="0"/>
                      <a:cs typeface="Times New Roman" panose="02020603050405020304" pitchFamily="18" charset="0"/>
                    </a:rPr>
                    <a:t>1x1conv</a:t>
                  </a:r>
                  <a:endParaRPr lang="en-US" altLang="zh-CN" sz="1400">
                    <a:latin typeface="Times New Roman" panose="02020603050405020304" pitchFamily="18" charset="0"/>
                    <a:cs typeface="Times New Roman" panose="02020603050405020304" pitchFamily="18" charset="0"/>
                  </a:endParaRPr>
                </a:p>
              </p:txBody>
            </p:sp>
          </p:grpSp>
          <p:sp>
            <p:nvSpPr>
              <p:cNvPr id="36" name="圆角矩形 35"/>
              <p:cNvSpPr/>
              <p:nvPr/>
            </p:nvSpPr>
            <p:spPr>
              <a:xfrm>
                <a:off x="7543" y="5929"/>
                <a:ext cx="1255" cy="553"/>
              </a:xfrm>
              <a:prstGeom prst="roundRect">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文本框 43"/>
              <p:cNvSpPr txBox="1"/>
              <p:nvPr/>
            </p:nvSpPr>
            <p:spPr>
              <a:xfrm>
                <a:off x="7649" y="5960"/>
                <a:ext cx="1082" cy="483"/>
              </a:xfrm>
              <a:prstGeom prst="rect">
                <a:avLst/>
              </a:prstGeom>
              <a:noFill/>
            </p:spPr>
            <p:txBody>
              <a:bodyPr wrap="square" rtlCol="0">
                <a:spAutoFit/>
              </a:bodyPr>
              <a:p>
                <a:r>
                  <a:rPr lang="en-US" altLang="zh-CN" sz="1400">
                    <a:latin typeface="Times New Roman" panose="02020603050405020304" pitchFamily="18" charset="0"/>
                    <a:cs typeface="Times New Roman" panose="02020603050405020304" pitchFamily="18" charset="0"/>
                  </a:rPr>
                  <a:t>CAKD </a:t>
                </a:r>
                <a:endParaRPr lang="en-US" altLang="zh-CN" sz="1400">
                  <a:latin typeface="Times New Roman" panose="02020603050405020304" pitchFamily="18" charset="0"/>
                  <a:cs typeface="Times New Roman" panose="02020603050405020304" pitchFamily="18" charset="0"/>
                </a:endParaRPr>
              </a:p>
            </p:txBody>
          </p:sp>
        </p:grpSp>
        <p:grpSp>
          <p:nvGrpSpPr>
            <p:cNvPr id="71" name="组合 70"/>
            <p:cNvGrpSpPr/>
            <p:nvPr/>
          </p:nvGrpSpPr>
          <p:grpSpPr>
            <a:xfrm>
              <a:off x="10150" y="4908"/>
              <a:ext cx="1439" cy="551"/>
              <a:chOff x="7524" y="4909"/>
              <a:chExt cx="1439" cy="551"/>
            </a:xfrm>
          </p:grpSpPr>
          <p:sp>
            <p:nvSpPr>
              <p:cNvPr id="73" name="圆角矩形 72"/>
              <p:cNvSpPr/>
              <p:nvPr/>
            </p:nvSpPr>
            <p:spPr>
              <a:xfrm>
                <a:off x="7603" y="4909"/>
                <a:ext cx="1244" cy="551"/>
              </a:xfrm>
              <a:prstGeom prst="roundRect">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7" name="文本框 76"/>
              <p:cNvSpPr txBox="1"/>
              <p:nvPr/>
            </p:nvSpPr>
            <p:spPr>
              <a:xfrm>
                <a:off x="7524" y="4930"/>
                <a:ext cx="1439" cy="483"/>
              </a:xfrm>
              <a:prstGeom prst="rect">
                <a:avLst/>
              </a:prstGeom>
              <a:noFill/>
            </p:spPr>
            <p:txBody>
              <a:bodyPr wrap="square" rtlCol="0">
                <a:spAutoFit/>
              </a:bodyPr>
              <a:p>
                <a:pPr algn="ctr"/>
                <a:r>
                  <a:rPr lang="en-US" altLang="zh-CN" sz="1400">
                    <a:latin typeface="Times New Roman" panose="02020603050405020304" pitchFamily="18" charset="0"/>
                    <a:cs typeface="Times New Roman" panose="02020603050405020304" pitchFamily="18" charset="0"/>
                  </a:rPr>
                  <a:t>1x1conv</a:t>
                </a:r>
                <a:endParaRPr lang="en-US" altLang="zh-CN" sz="1400">
                  <a:latin typeface="Times New Roman" panose="02020603050405020304" pitchFamily="18" charset="0"/>
                  <a:cs typeface="Times New Roman" panose="02020603050405020304" pitchFamily="18" charset="0"/>
                </a:endParaRPr>
              </a:p>
            </p:txBody>
          </p:sp>
        </p:grpSp>
        <p:sp>
          <p:nvSpPr>
            <p:cNvPr id="82" name="圆角矩形 81"/>
            <p:cNvSpPr/>
            <p:nvPr/>
          </p:nvSpPr>
          <p:spPr>
            <a:xfrm>
              <a:off x="10239" y="5928"/>
              <a:ext cx="1255" cy="553"/>
            </a:xfrm>
            <a:prstGeom prst="roundRect">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5" name="文本框 84"/>
            <p:cNvSpPr txBox="1"/>
            <p:nvPr/>
          </p:nvSpPr>
          <p:spPr>
            <a:xfrm>
              <a:off x="10345" y="5959"/>
              <a:ext cx="1082" cy="483"/>
            </a:xfrm>
            <a:prstGeom prst="rect">
              <a:avLst/>
            </a:prstGeom>
            <a:noFill/>
          </p:spPr>
          <p:txBody>
            <a:bodyPr wrap="square" rtlCol="0">
              <a:spAutoFit/>
            </a:bodyPr>
            <a:p>
              <a:r>
                <a:rPr lang="en-US" altLang="zh-CN" sz="1400">
                  <a:latin typeface="Times New Roman" panose="02020603050405020304" pitchFamily="18" charset="0"/>
                  <a:cs typeface="Times New Roman" panose="02020603050405020304" pitchFamily="18" charset="0"/>
                </a:rPr>
                <a:t>CAKD </a:t>
              </a:r>
              <a:endParaRPr lang="en-US" altLang="zh-CN" sz="1400">
                <a:latin typeface="Times New Roman" panose="02020603050405020304" pitchFamily="18" charset="0"/>
                <a:cs typeface="Times New Roman" panose="02020603050405020304" pitchFamily="18" charset="0"/>
              </a:endParaRPr>
            </a:p>
          </p:txBody>
        </p:sp>
        <p:grpSp>
          <p:nvGrpSpPr>
            <p:cNvPr id="86" name="组合 85"/>
            <p:cNvGrpSpPr/>
            <p:nvPr/>
          </p:nvGrpSpPr>
          <p:grpSpPr>
            <a:xfrm>
              <a:off x="12699" y="4911"/>
              <a:ext cx="1439" cy="551"/>
              <a:chOff x="7524" y="4909"/>
              <a:chExt cx="1439" cy="551"/>
            </a:xfrm>
          </p:grpSpPr>
          <p:sp>
            <p:nvSpPr>
              <p:cNvPr id="92" name="圆角矩形 91"/>
              <p:cNvSpPr/>
              <p:nvPr/>
            </p:nvSpPr>
            <p:spPr>
              <a:xfrm>
                <a:off x="7603" y="4909"/>
                <a:ext cx="1244" cy="551"/>
              </a:xfrm>
              <a:prstGeom prst="roundRect">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3" name="文本框 92"/>
              <p:cNvSpPr txBox="1"/>
              <p:nvPr/>
            </p:nvSpPr>
            <p:spPr>
              <a:xfrm>
                <a:off x="7524" y="4930"/>
                <a:ext cx="1439" cy="483"/>
              </a:xfrm>
              <a:prstGeom prst="rect">
                <a:avLst/>
              </a:prstGeom>
              <a:noFill/>
            </p:spPr>
            <p:txBody>
              <a:bodyPr wrap="square" rtlCol="0">
                <a:spAutoFit/>
              </a:bodyPr>
              <a:p>
                <a:pPr algn="ctr"/>
                <a:r>
                  <a:rPr lang="en-US" altLang="zh-CN" sz="1400">
                    <a:latin typeface="Times New Roman" panose="02020603050405020304" pitchFamily="18" charset="0"/>
                    <a:cs typeface="Times New Roman" panose="02020603050405020304" pitchFamily="18" charset="0"/>
                  </a:rPr>
                  <a:t>1x1conv</a:t>
                </a:r>
                <a:endParaRPr lang="en-US" altLang="zh-CN" sz="1400">
                  <a:latin typeface="Times New Roman" panose="02020603050405020304" pitchFamily="18" charset="0"/>
                  <a:cs typeface="Times New Roman" panose="02020603050405020304" pitchFamily="18" charset="0"/>
                </a:endParaRPr>
              </a:p>
            </p:txBody>
          </p:sp>
        </p:grpSp>
        <p:sp>
          <p:nvSpPr>
            <p:cNvPr id="94" name="圆角矩形 93"/>
            <p:cNvSpPr/>
            <p:nvPr/>
          </p:nvSpPr>
          <p:spPr>
            <a:xfrm>
              <a:off x="12788" y="5909"/>
              <a:ext cx="1255" cy="553"/>
            </a:xfrm>
            <a:prstGeom prst="roundRect">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5" name="文本框 94"/>
            <p:cNvSpPr txBox="1"/>
            <p:nvPr/>
          </p:nvSpPr>
          <p:spPr>
            <a:xfrm>
              <a:off x="12894" y="5940"/>
              <a:ext cx="1082" cy="483"/>
            </a:xfrm>
            <a:prstGeom prst="rect">
              <a:avLst/>
            </a:prstGeom>
            <a:noFill/>
          </p:spPr>
          <p:txBody>
            <a:bodyPr wrap="square" rtlCol="0">
              <a:spAutoFit/>
            </a:bodyPr>
            <a:p>
              <a:r>
                <a:rPr lang="en-US" altLang="zh-CN" sz="1400">
                  <a:latin typeface="Times New Roman" panose="02020603050405020304" pitchFamily="18" charset="0"/>
                  <a:cs typeface="Times New Roman" panose="02020603050405020304" pitchFamily="18" charset="0"/>
                </a:rPr>
                <a:t>CAKD </a:t>
              </a:r>
              <a:endParaRPr lang="en-US" altLang="zh-CN" sz="1400">
                <a:latin typeface="Times New Roman" panose="02020603050405020304" pitchFamily="18" charset="0"/>
                <a:cs typeface="Times New Roman" panose="02020603050405020304" pitchFamily="18" charset="0"/>
              </a:endParaRPr>
            </a:p>
          </p:txBody>
        </p:sp>
        <p:graphicFrame>
          <p:nvGraphicFramePr>
            <p:cNvPr id="97" name="对象 96">
              <a:hlinkClick r:id="" action="ppaction://ole?verb="/>
            </p:cNvPr>
            <p:cNvGraphicFramePr>
              <a:graphicFrameLocks noChangeAspect="1"/>
            </p:cNvGraphicFramePr>
            <p:nvPr/>
          </p:nvGraphicFramePr>
          <p:xfrm>
            <a:off x="14733" y="5328"/>
            <a:ext cx="638" cy="628"/>
          </p:xfrm>
          <a:graphic>
            <a:graphicData uri="http://schemas.openxmlformats.org/presentationml/2006/ole">
              <mc:AlternateContent xmlns:mc="http://schemas.openxmlformats.org/markup-compatibility/2006">
                <mc:Choice xmlns:v="urn:schemas-microsoft-com:vml" Requires="v">
                  <p:oleObj spid="_x0000_s98" name="" r:id="rId41" imgW="228600" imgH="228600" progId="Equation.DSMT4">
                    <p:embed/>
                  </p:oleObj>
                </mc:Choice>
                <mc:Fallback>
                  <p:oleObj name="" r:id="rId41" imgW="228600" imgH="228600" progId="Equation.DSMT4">
                    <p:embed/>
                    <p:pic>
                      <p:nvPicPr>
                        <p:cNvPr id="0" name="图片 1027"/>
                        <p:cNvPicPr/>
                        <p:nvPr/>
                      </p:nvPicPr>
                      <p:blipFill>
                        <a:blip r:embed="rId42"/>
                        <a:stretch>
                          <a:fillRect/>
                        </a:stretch>
                      </p:blipFill>
                      <p:spPr>
                        <a:xfrm>
                          <a:off x="14733" y="5328"/>
                          <a:ext cx="638" cy="628"/>
                        </a:xfrm>
                        <a:prstGeom prst="rect">
                          <a:avLst/>
                        </a:prstGeom>
                      </p:spPr>
                    </p:pic>
                  </p:oleObj>
                </mc:Fallback>
              </mc:AlternateContent>
            </a:graphicData>
          </a:graphic>
        </p:graphicFrame>
        <p:cxnSp>
          <p:nvCxnSpPr>
            <p:cNvPr id="100" name="直接箭头连接符 99"/>
            <p:cNvCxnSpPr/>
            <p:nvPr/>
          </p:nvCxnSpPr>
          <p:spPr>
            <a:xfrm>
              <a:off x="8184" y="5461"/>
              <a:ext cx="0" cy="499"/>
            </a:xfrm>
            <a:prstGeom prst="straightConnector1">
              <a:avLst/>
            </a:prstGeom>
            <a:ln w="19050">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01" name="直接箭头连接符 100"/>
            <p:cNvCxnSpPr/>
            <p:nvPr/>
          </p:nvCxnSpPr>
          <p:spPr>
            <a:xfrm>
              <a:off x="10851" y="5459"/>
              <a:ext cx="0" cy="499"/>
            </a:xfrm>
            <a:prstGeom prst="straightConnector1">
              <a:avLst/>
            </a:prstGeom>
            <a:ln w="19050">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04" name="直接箭头连接符 103"/>
            <p:cNvCxnSpPr/>
            <p:nvPr/>
          </p:nvCxnSpPr>
          <p:spPr>
            <a:xfrm>
              <a:off x="13419" y="5430"/>
              <a:ext cx="0" cy="499"/>
            </a:xfrm>
            <a:prstGeom prst="straightConnector1">
              <a:avLst/>
            </a:prstGeom>
            <a:ln w="19050">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15" name="肘形连接符 114"/>
            <p:cNvCxnSpPr>
              <a:stCxn id="322" idx="3"/>
              <a:endCxn id="36" idx="2"/>
            </p:cNvCxnSpPr>
            <p:nvPr/>
          </p:nvCxnSpPr>
          <p:spPr>
            <a:xfrm flipV="1">
              <a:off x="7796" y="6482"/>
              <a:ext cx="375" cy="869"/>
            </a:xfrm>
            <a:prstGeom prst="bentConnector2">
              <a:avLst/>
            </a:prstGeom>
            <a:ln w="19050">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16" name="肘形连接符 115"/>
            <p:cNvCxnSpPr>
              <a:endCxn id="25" idx="0"/>
            </p:cNvCxnSpPr>
            <p:nvPr/>
          </p:nvCxnSpPr>
          <p:spPr>
            <a:xfrm rot="5400000" flipV="1">
              <a:off x="7632" y="4388"/>
              <a:ext cx="740" cy="343"/>
            </a:xfrm>
            <a:prstGeom prst="bentConnector3">
              <a:avLst>
                <a:gd name="adj1" fmla="val 1554"/>
              </a:avLst>
            </a:prstGeom>
            <a:ln w="19050">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18" name="肘形连接符 117"/>
            <p:cNvCxnSpPr>
              <a:stCxn id="323" idx="3"/>
              <a:endCxn id="77" idx="0"/>
            </p:cNvCxnSpPr>
            <p:nvPr/>
          </p:nvCxnSpPr>
          <p:spPr>
            <a:xfrm>
              <a:off x="10319" y="4225"/>
              <a:ext cx="551" cy="704"/>
            </a:xfrm>
            <a:prstGeom prst="bentConnector2">
              <a:avLst/>
            </a:prstGeom>
            <a:ln w="19050">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19" name="肘形连接符 118"/>
            <p:cNvCxnSpPr>
              <a:stCxn id="324" idx="3"/>
              <a:endCxn id="82" idx="2"/>
            </p:cNvCxnSpPr>
            <p:nvPr/>
          </p:nvCxnSpPr>
          <p:spPr>
            <a:xfrm flipV="1">
              <a:off x="10377" y="6481"/>
              <a:ext cx="490" cy="876"/>
            </a:xfrm>
            <a:prstGeom prst="bentConnector2">
              <a:avLst/>
            </a:prstGeom>
            <a:ln w="15875">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20" name="直接箭头连接符 119"/>
            <p:cNvCxnSpPr>
              <a:stCxn id="323" idx="3"/>
              <a:endCxn id="346" idx="1"/>
            </p:cNvCxnSpPr>
            <p:nvPr/>
          </p:nvCxnSpPr>
          <p:spPr>
            <a:xfrm flipV="1">
              <a:off x="10319" y="4223"/>
              <a:ext cx="1030" cy="2"/>
            </a:xfrm>
            <a:prstGeom prst="straightConnector1">
              <a:avLst/>
            </a:prstGeom>
            <a:ln w="15875">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24" name="肘形连接符 123"/>
            <p:cNvCxnSpPr>
              <a:stCxn id="346" idx="3"/>
              <a:endCxn id="93" idx="0"/>
            </p:cNvCxnSpPr>
            <p:nvPr/>
          </p:nvCxnSpPr>
          <p:spPr>
            <a:xfrm>
              <a:off x="12931" y="4223"/>
              <a:ext cx="488" cy="709"/>
            </a:xfrm>
            <a:prstGeom prst="bentConnector2">
              <a:avLst/>
            </a:prstGeom>
            <a:ln w="19050">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26" name="肘形连接符 125"/>
            <p:cNvCxnSpPr>
              <a:endCxn id="94" idx="2"/>
            </p:cNvCxnSpPr>
            <p:nvPr/>
          </p:nvCxnSpPr>
          <p:spPr>
            <a:xfrm rot="16200000">
              <a:off x="12744" y="6669"/>
              <a:ext cx="878" cy="465"/>
            </a:xfrm>
            <a:prstGeom prst="bentConnector3">
              <a:avLst>
                <a:gd name="adj1" fmla="val -56"/>
              </a:avLst>
            </a:prstGeom>
            <a:ln w="19050">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93" name="直接箭头连接符 192"/>
            <p:cNvCxnSpPr/>
            <p:nvPr/>
          </p:nvCxnSpPr>
          <p:spPr>
            <a:xfrm flipV="1">
              <a:off x="10377" y="7357"/>
              <a:ext cx="972" cy="0"/>
            </a:xfrm>
            <a:prstGeom prst="straightConnector1">
              <a:avLst/>
            </a:prstGeom>
            <a:ln w="19050">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94" name="直接箭头连接符 193"/>
            <p:cNvCxnSpPr>
              <a:stCxn id="352" idx="2"/>
              <a:endCxn id="353" idx="0"/>
            </p:cNvCxnSpPr>
            <p:nvPr/>
          </p:nvCxnSpPr>
          <p:spPr>
            <a:xfrm>
              <a:off x="14645" y="4526"/>
              <a:ext cx="0" cy="2537"/>
            </a:xfrm>
            <a:prstGeom prst="straightConnector1">
              <a:avLst/>
            </a:prstGeom>
            <a:ln>
              <a:solidFill>
                <a:schemeClr val="bg1">
                  <a:lumMod val="50000"/>
                </a:schemeClr>
              </a:solidFill>
              <a:headEnd type="triangle"/>
              <a:tailEnd type="triangle"/>
            </a:ln>
          </p:spPr>
          <p:style>
            <a:lnRef idx="2">
              <a:schemeClr val="accent1"/>
            </a:lnRef>
            <a:fillRef idx="0">
              <a:srgbClr val="FFFFFF"/>
            </a:fillRef>
            <a:effectRef idx="0">
              <a:srgbClr val="FFFFFF"/>
            </a:effectRef>
            <a:fontRef idx="minor">
              <a:schemeClr val="tx1"/>
            </a:fontRef>
          </p:style>
        </p:cxnSp>
        <p:graphicFrame>
          <p:nvGraphicFramePr>
            <p:cNvPr id="197" name="对象 196">
              <a:hlinkClick r:id="" action="ppaction://ole?verb="/>
            </p:cNvPr>
            <p:cNvGraphicFramePr>
              <a:graphicFrameLocks noChangeAspect="1"/>
            </p:cNvGraphicFramePr>
            <p:nvPr/>
          </p:nvGraphicFramePr>
          <p:xfrm>
            <a:off x="9510" y="5260"/>
            <a:ext cx="180" cy="279"/>
          </p:xfrm>
          <a:graphic>
            <a:graphicData uri="http://schemas.openxmlformats.org/presentationml/2006/ole">
              <mc:AlternateContent xmlns:mc="http://schemas.openxmlformats.org/markup-compatibility/2006">
                <mc:Choice xmlns:v="urn:schemas-microsoft-com:vml" Requires="v">
                  <p:oleObj spid="_x0000_s1025" name="" r:id="rId43" imgW="114300" imgH="177165" progId="Equation.DSMT4">
                    <p:embed/>
                  </p:oleObj>
                </mc:Choice>
                <mc:Fallback>
                  <p:oleObj name="" r:id="rId43" imgW="114300" imgH="177165" progId="Equation.DSMT4">
                    <p:embed/>
                    <p:pic>
                      <p:nvPicPr>
                        <p:cNvPr id="0" name="图片 1024"/>
                        <p:cNvPicPr/>
                        <p:nvPr/>
                      </p:nvPicPr>
                      <p:blipFill>
                        <a:blip r:embed="rId44"/>
                        <a:stretch>
                          <a:fillRect/>
                        </a:stretch>
                      </p:blipFill>
                      <p:spPr>
                        <a:xfrm>
                          <a:off x="9510" y="5260"/>
                          <a:ext cx="180" cy="279"/>
                        </a:xfrm>
                        <a:prstGeom prst="rect">
                          <a:avLst/>
                        </a:prstGeom>
                      </p:spPr>
                    </p:pic>
                  </p:oleObj>
                </mc:Fallback>
              </mc:AlternateContent>
            </a:graphicData>
          </a:graphic>
        </p:graphicFrame>
        <p:cxnSp>
          <p:nvCxnSpPr>
            <p:cNvPr id="241" name="肘形连接符 240"/>
            <p:cNvCxnSpPr>
              <a:stCxn id="52" idx="3"/>
              <a:endCxn id="223" idx="0"/>
            </p:cNvCxnSpPr>
            <p:nvPr/>
          </p:nvCxnSpPr>
          <p:spPr>
            <a:xfrm>
              <a:off x="7771" y="733"/>
              <a:ext cx="403" cy="457"/>
            </a:xfrm>
            <a:prstGeom prst="bentConnector2">
              <a:avLst/>
            </a:prstGeom>
            <a:ln w="19050">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242" name="肘形连接符 241"/>
            <p:cNvCxnSpPr>
              <a:stCxn id="53" idx="3"/>
              <a:endCxn id="236" idx="2"/>
            </p:cNvCxnSpPr>
            <p:nvPr/>
          </p:nvCxnSpPr>
          <p:spPr>
            <a:xfrm flipV="1">
              <a:off x="7797" y="2602"/>
              <a:ext cx="393" cy="533"/>
            </a:xfrm>
            <a:prstGeom prst="bentConnector2">
              <a:avLst/>
            </a:prstGeom>
            <a:ln w="19050">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grpSp>
          <p:nvGrpSpPr>
            <p:cNvPr id="250" name="组合 249"/>
            <p:cNvGrpSpPr/>
            <p:nvPr/>
          </p:nvGrpSpPr>
          <p:grpSpPr>
            <a:xfrm>
              <a:off x="7454" y="1169"/>
              <a:ext cx="1439" cy="1471"/>
              <a:chOff x="7454" y="1169"/>
              <a:chExt cx="1439" cy="1471"/>
            </a:xfrm>
          </p:grpSpPr>
          <p:grpSp>
            <p:nvGrpSpPr>
              <p:cNvPr id="221" name="组合 220"/>
              <p:cNvGrpSpPr/>
              <p:nvPr/>
            </p:nvGrpSpPr>
            <p:grpSpPr>
              <a:xfrm rot="0">
                <a:off x="7454" y="1169"/>
                <a:ext cx="1439" cy="551"/>
                <a:chOff x="7524" y="4909"/>
                <a:chExt cx="1439" cy="551"/>
              </a:xfrm>
            </p:grpSpPr>
            <p:sp>
              <p:nvSpPr>
                <p:cNvPr id="222" name="圆角矩形 221"/>
                <p:cNvSpPr/>
                <p:nvPr/>
              </p:nvSpPr>
              <p:spPr>
                <a:xfrm>
                  <a:off x="7603" y="4909"/>
                  <a:ext cx="1244" cy="551"/>
                </a:xfrm>
                <a:prstGeom prst="roundRect">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3" name="文本框 222"/>
                <p:cNvSpPr txBox="1"/>
                <p:nvPr/>
              </p:nvSpPr>
              <p:spPr>
                <a:xfrm>
                  <a:off x="7524" y="4930"/>
                  <a:ext cx="1439" cy="483"/>
                </a:xfrm>
                <a:prstGeom prst="rect">
                  <a:avLst/>
                </a:prstGeom>
                <a:noFill/>
              </p:spPr>
              <p:txBody>
                <a:bodyPr wrap="square" rtlCol="0">
                  <a:spAutoFit/>
                </a:bodyPr>
                <a:p>
                  <a:pPr algn="ctr"/>
                  <a:r>
                    <a:rPr lang="en-US" altLang="zh-CN" sz="1400">
                      <a:latin typeface="Times New Roman" panose="02020603050405020304" pitchFamily="18" charset="0"/>
                      <a:cs typeface="Times New Roman" panose="02020603050405020304" pitchFamily="18" charset="0"/>
                      <a:sym typeface="+mn-ea"/>
                    </a:rPr>
                    <a:t>ASU</a:t>
                  </a:r>
                  <a:endParaRPr lang="en-US" altLang="zh-CN" sz="1400">
                    <a:latin typeface="Times New Roman" panose="02020603050405020304" pitchFamily="18" charset="0"/>
                    <a:cs typeface="Times New Roman" panose="02020603050405020304" pitchFamily="18" charset="0"/>
                    <a:sym typeface="+mn-ea"/>
                  </a:endParaRPr>
                </a:p>
              </p:txBody>
            </p:sp>
          </p:grpSp>
          <p:grpSp>
            <p:nvGrpSpPr>
              <p:cNvPr id="240" name="组合 239"/>
              <p:cNvGrpSpPr/>
              <p:nvPr/>
            </p:nvGrpSpPr>
            <p:grpSpPr>
              <a:xfrm>
                <a:off x="7543" y="2088"/>
                <a:ext cx="1254" cy="552"/>
                <a:chOff x="7543" y="2189"/>
                <a:chExt cx="1254" cy="552"/>
              </a:xfrm>
            </p:grpSpPr>
            <p:sp>
              <p:nvSpPr>
                <p:cNvPr id="235" name="圆角矩形 234"/>
                <p:cNvSpPr/>
                <p:nvPr/>
              </p:nvSpPr>
              <p:spPr>
                <a:xfrm>
                  <a:off x="7543" y="2189"/>
                  <a:ext cx="1255" cy="553"/>
                </a:xfrm>
                <a:prstGeom prst="roundRect">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6" name="文本框 235"/>
                <p:cNvSpPr txBox="1"/>
                <p:nvPr/>
              </p:nvSpPr>
              <p:spPr>
                <a:xfrm>
                  <a:off x="7649" y="2220"/>
                  <a:ext cx="1082" cy="483"/>
                </a:xfrm>
                <a:prstGeom prst="rect">
                  <a:avLst/>
                </a:prstGeom>
                <a:noFill/>
              </p:spPr>
              <p:txBody>
                <a:bodyPr wrap="square" rtlCol="0">
                  <a:spAutoFit/>
                </a:bodyPr>
                <a:p>
                  <a:pPr algn="ctr"/>
                  <a:r>
                    <a:rPr lang="en-US" altLang="zh-CN" sz="1400">
                      <a:latin typeface="Times New Roman" panose="02020603050405020304" pitchFamily="18" charset="0"/>
                      <a:cs typeface="Times New Roman" panose="02020603050405020304" pitchFamily="18" charset="0"/>
                    </a:rPr>
                    <a:t>ASU</a:t>
                  </a:r>
                  <a:endParaRPr lang="en-US" altLang="zh-CN" sz="1400">
                    <a:latin typeface="Times New Roman" panose="02020603050405020304" pitchFamily="18" charset="0"/>
                    <a:cs typeface="Times New Roman" panose="02020603050405020304" pitchFamily="18" charset="0"/>
                  </a:endParaRPr>
                </a:p>
              </p:txBody>
            </p:sp>
          </p:grpSp>
          <p:cxnSp>
            <p:nvCxnSpPr>
              <p:cNvPr id="243" name="直接箭头连接符 242"/>
              <p:cNvCxnSpPr>
                <a:stCxn id="223" idx="2"/>
                <a:endCxn id="235" idx="0"/>
              </p:cNvCxnSpPr>
              <p:nvPr/>
            </p:nvCxnSpPr>
            <p:spPr>
              <a:xfrm flipH="1">
                <a:off x="8171" y="1673"/>
                <a:ext cx="3" cy="415"/>
              </a:xfrm>
              <a:prstGeom prst="straightConnector1">
                <a:avLst/>
              </a:prstGeom>
              <a:ln w="19050">
                <a:solidFill>
                  <a:schemeClr val="bg1">
                    <a:lumMod val="65000"/>
                  </a:schemeClr>
                </a:solidFill>
                <a:headEnd type="triangle"/>
                <a:tailEnd type="triangle"/>
              </a:ln>
            </p:spPr>
            <p:style>
              <a:lnRef idx="2">
                <a:schemeClr val="accent1"/>
              </a:lnRef>
              <a:fillRef idx="0">
                <a:srgbClr val="FFFFFF"/>
              </a:fillRef>
              <a:effectRef idx="0">
                <a:srgbClr val="FFFFFF"/>
              </a:effectRef>
              <a:fontRef idx="minor">
                <a:schemeClr val="tx1"/>
              </a:fontRef>
            </p:style>
          </p:cxnSp>
        </p:grpSp>
        <p:graphicFrame>
          <p:nvGraphicFramePr>
            <p:cNvPr id="244" name="对象 243">
              <a:hlinkClick r:id="" action="ppaction://ole?verb="/>
            </p:cNvPr>
            <p:cNvGraphicFramePr>
              <a:graphicFrameLocks noChangeAspect="1"/>
            </p:cNvGraphicFramePr>
            <p:nvPr/>
          </p:nvGraphicFramePr>
          <p:xfrm>
            <a:off x="6733" y="1456"/>
            <a:ext cx="816" cy="698"/>
          </p:xfrm>
          <a:graphic>
            <a:graphicData uri="http://schemas.openxmlformats.org/presentationml/2006/ole">
              <mc:AlternateContent xmlns:mc="http://schemas.openxmlformats.org/markup-compatibility/2006">
                <mc:Choice xmlns:v="urn:schemas-microsoft-com:vml" Requires="v">
                  <p:oleObj spid="_x0000_s245" name="" r:id="rId45" imgW="292100" imgH="254000" progId="Equation.DSMT4">
                    <p:embed/>
                  </p:oleObj>
                </mc:Choice>
                <mc:Fallback>
                  <p:oleObj name="" r:id="rId45" imgW="292100" imgH="254000" progId="Equation.DSMT4">
                    <p:embed/>
                    <p:pic>
                      <p:nvPicPr>
                        <p:cNvPr id="0" name="图片 1027"/>
                        <p:cNvPicPr/>
                        <p:nvPr/>
                      </p:nvPicPr>
                      <p:blipFill>
                        <a:blip r:embed="rId46"/>
                        <a:stretch>
                          <a:fillRect/>
                        </a:stretch>
                      </p:blipFill>
                      <p:spPr>
                        <a:xfrm>
                          <a:off x="6733" y="1456"/>
                          <a:ext cx="816" cy="698"/>
                        </a:xfrm>
                        <a:prstGeom prst="rect">
                          <a:avLst/>
                        </a:prstGeom>
                      </p:spPr>
                    </p:pic>
                  </p:oleObj>
                </mc:Fallback>
              </mc:AlternateContent>
            </a:graphicData>
          </a:graphic>
        </p:graphicFrame>
        <p:cxnSp>
          <p:nvCxnSpPr>
            <p:cNvPr id="248" name="直接箭头连接符 247"/>
            <p:cNvCxnSpPr>
              <a:stCxn id="78" idx="3"/>
              <a:endCxn id="90" idx="1"/>
            </p:cNvCxnSpPr>
            <p:nvPr/>
          </p:nvCxnSpPr>
          <p:spPr>
            <a:xfrm flipV="1">
              <a:off x="10320" y="722"/>
              <a:ext cx="1030" cy="2"/>
            </a:xfrm>
            <a:prstGeom prst="straightConnector1">
              <a:avLst/>
            </a:prstGeom>
            <a:ln>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249" name="直接箭头连接符 248"/>
            <p:cNvCxnSpPr/>
            <p:nvPr/>
          </p:nvCxnSpPr>
          <p:spPr>
            <a:xfrm flipV="1">
              <a:off x="10378" y="3132"/>
              <a:ext cx="972" cy="0"/>
            </a:xfrm>
            <a:prstGeom prst="straightConnector1">
              <a:avLst/>
            </a:prstGeom>
            <a:ln w="19050">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grpSp>
          <p:nvGrpSpPr>
            <p:cNvPr id="251" name="组合 250"/>
            <p:cNvGrpSpPr/>
            <p:nvPr/>
          </p:nvGrpSpPr>
          <p:grpSpPr>
            <a:xfrm>
              <a:off x="10150" y="1169"/>
              <a:ext cx="1439" cy="1471"/>
              <a:chOff x="7454" y="1169"/>
              <a:chExt cx="1439" cy="1471"/>
            </a:xfrm>
          </p:grpSpPr>
          <p:grpSp>
            <p:nvGrpSpPr>
              <p:cNvPr id="252" name="组合 251"/>
              <p:cNvGrpSpPr/>
              <p:nvPr/>
            </p:nvGrpSpPr>
            <p:grpSpPr>
              <a:xfrm rot="0">
                <a:off x="7454" y="1169"/>
                <a:ext cx="1439" cy="551"/>
                <a:chOff x="7524" y="4909"/>
                <a:chExt cx="1439" cy="551"/>
              </a:xfrm>
            </p:grpSpPr>
            <p:sp>
              <p:nvSpPr>
                <p:cNvPr id="253" name="圆角矩形 252"/>
                <p:cNvSpPr/>
                <p:nvPr/>
              </p:nvSpPr>
              <p:spPr>
                <a:xfrm>
                  <a:off x="7603" y="4909"/>
                  <a:ext cx="1244" cy="551"/>
                </a:xfrm>
                <a:prstGeom prst="roundRect">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4" name="文本框 253"/>
                <p:cNvSpPr txBox="1"/>
                <p:nvPr/>
              </p:nvSpPr>
              <p:spPr>
                <a:xfrm>
                  <a:off x="7524" y="4930"/>
                  <a:ext cx="1439" cy="483"/>
                </a:xfrm>
                <a:prstGeom prst="rect">
                  <a:avLst/>
                </a:prstGeom>
                <a:noFill/>
              </p:spPr>
              <p:txBody>
                <a:bodyPr wrap="square" rtlCol="0">
                  <a:spAutoFit/>
                </a:bodyPr>
                <a:p>
                  <a:pPr algn="ctr"/>
                  <a:r>
                    <a:rPr lang="en-US" altLang="zh-CN" sz="1400">
                      <a:latin typeface="Times New Roman" panose="02020603050405020304" pitchFamily="18" charset="0"/>
                      <a:cs typeface="Times New Roman" panose="02020603050405020304" pitchFamily="18" charset="0"/>
                      <a:sym typeface="+mn-ea"/>
                    </a:rPr>
                    <a:t>ASU</a:t>
                  </a:r>
                  <a:endParaRPr lang="en-US" altLang="zh-CN" sz="1400">
                    <a:latin typeface="Times New Roman" panose="02020603050405020304" pitchFamily="18" charset="0"/>
                    <a:cs typeface="Times New Roman" panose="02020603050405020304" pitchFamily="18" charset="0"/>
                    <a:sym typeface="+mn-ea"/>
                  </a:endParaRPr>
                </a:p>
              </p:txBody>
            </p:sp>
          </p:grpSp>
          <p:grpSp>
            <p:nvGrpSpPr>
              <p:cNvPr id="255" name="组合 254"/>
              <p:cNvGrpSpPr/>
              <p:nvPr/>
            </p:nvGrpSpPr>
            <p:grpSpPr>
              <a:xfrm>
                <a:off x="7543" y="2088"/>
                <a:ext cx="1254" cy="552"/>
                <a:chOff x="7543" y="2189"/>
                <a:chExt cx="1254" cy="552"/>
              </a:xfrm>
            </p:grpSpPr>
            <p:sp>
              <p:nvSpPr>
                <p:cNvPr id="256" name="圆角矩形 255"/>
                <p:cNvSpPr/>
                <p:nvPr/>
              </p:nvSpPr>
              <p:spPr>
                <a:xfrm>
                  <a:off x="7543" y="2189"/>
                  <a:ext cx="1255" cy="553"/>
                </a:xfrm>
                <a:prstGeom prst="roundRect">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7" name="文本框 256"/>
                <p:cNvSpPr txBox="1"/>
                <p:nvPr/>
              </p:nvSpPr>
              <p:spPr>
                <a:xfrm>
                  <a:off x="7649" y="2220"/>
                  <a:ext cx="1082" cy="483"/>
                </a:xfrm>
                <a:prstGeom prst="rect">
                  <a:avLst/>
                </a:prstGeom>
                <a:noFill/>
              </p:spPr>
              <p:txBody>
                <a:bodyPr wrap="square" rtlCol="0">
                  <a:spAutoFit/>
                </a:bodyPr>
                <a:p>
                  <a:pPr algn="ctr"/>
                  <a:r>
                    <a:rPr lang="en-US" altLang="zh-CN" sz="1400">
                      <a:latin typeface="Times New Roman" panose="02020603050405020304" pitchFamily="18" charset="0"/>
                      <a:cs typeface="Times New Roman" panose="02020603050405020304" pitchFamily="18" charset="0"/>
                    </a:rPr>
                    <a:t>ASU</a:t>
                  </a:r>
                  <a:endParaRPr lang="en-US" altLang="zh-CN" sz="1400">
                    <a:latin typeface="Times New Roman" panose="02020603050405020304" pitchFamily="18" charset="0"/>
                    <a:cs typeface="Times New Roman" panose="02020603050405020304" pitchFamily="18" charset="0"/>
                  </a:endParaRPr>
                </a:p>
              </p:txBody>
            </p:sp>
          </p:grpSp>
          <p:cxnSp>
            <p:nvCxnSpPr>
              <p:cNvPr id="258" name="直接箭头连接符 257"/>
              <p:cNvCxnSpPr>
                <a:stCxn id="254" idx="2"/>
                <a:endCxn id="256" idx="0"/>
              </p:cNvCxnSpPr>
              <p:nvPr/>
            </p:nvCxnSpPr>
            <p:spPr>
              <a:xfrm flipH="1">
                <a:off x="8171" y="1673"/>
                <a:ext cx="3" cy="415"/>
              </a:xfrm>
              <a:prstGeom prst="straightConnector1">
                <a:avLst/>
              </a:prstGeom>
              <a:ln w="19050">
                <a:solidFill>
                  <a:schemeClr val="bg1">
                    <a:lumMod val="65000"/>
                  </a:schemeClr>
                </a:solidFill>
                <a:headEnd type="triangle"/>
                <a:tailEnd type="triangle"/>
              </a:ln>
            </p:spPr>
            <p:style>
              <a:lnRef idx="2">
                <a:schemeClr val="accent1"/>
              </a:lnRef>
              <a:fillRef idx="0">
                <a:srgbClr val="FFFFFF"/>
              </a:fillRef>
              <a:effectRef idx="0">
                <a:srgbClr val="FFFFFF"/>
              </a:effectRef>
              <a:fontRef idx="minor">
                <a:schemeClr val="tx1"/>
              </a:fontRef>
            </p:style>
          </p:cxnSp>
        </p:grpSp>
        <p:grpSp>
          <p:nvGrpSpPr>
            <p:cNvPr id="259" name="组合 258"/>
            <p:cNvGrpSpPr/>
            <p:nvPr/>
          </p:nvGrpSpPr>
          <p:grpSpPr>
            <a:xfrm>
              <a:off x="12699" y="1169"/>
              <a:ext cx="1439" cy="1471"/>
              <a:chOff x="7454" y="1169"/>
              <a:chExt cx="1439" cy="1471"/>
            </a:xfrm>
          </p:grpSpPr>
          <p:grpSp>
            <p:nvGrpSpPr>
              <p:cNvPr id="260" name="组合 259"/>
              <p:cNvGrpSpPr/>
              <p:nvPr/>
            </p:nvGrpSpPr>
            <p:grpSpPr>
              <a:xfrm rot="0">
                <a:off x="7454" y="1169"/>
                <a:ext cx="1439" cy="551"/>
                <a:chOff x="7524" y="4909"/>
                <a:chExt cx="1439" cy="551"/>
              </a:xfrm>
            </p:grpSpPr>
            <p:sp>
              <p:nvSpPr>
                <p:cNvPr id="261" name="圆角矩形 260"/>
                <p:cNvSpPr/>
                <p:nvPr/>
              </p:nvSpPr>
              <p:spPr>
                <a:xfrm>
                  <a:off x="7603" y="4909"/>
                  <a:ext cx="1244" cy="551"/>
                </a:xfrm>
                <a:prstGeom prst="roundRect">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2" name="文本框 261"/>
                <p:cNvSpPr txBox="1"/>
                <p:nvPr/>
              </p:nvSpPr>
              <p:spPr>
                <a:xfrm>
                  <a:off x="7524" y="4930"/>
                  <a:ext cx="1439" cy="483"/>
                </a:xfrm>
                <a:prstGeom prst="rect">
                  <a:avLst/>
                </a:prstGeom>
                <a:noFill/>
              </p:spPr>
              <p:txBody>
                <a:bodyPr wrap="square" rtlCol="0">
                  <a:spAutoFit/>
                </a:bodyPr>
                <a:p>
                  <a:pPr algn="ctr"/>
                  <a:r>
                    <a:rPr lang="en-US" altLang="zh-CN" sz="1400">
                      <a:latin typeface="Times New Roman" panose="02020603050405020304" pitchFamily="18" charset="0"/>
                      <a:cs typeface="Times New Roman" panose="02020603050405020304" pitchFamily="18" charset="0"/>
                      <a:sym typeface="+mn-ea"/>
                    </a:rPr>
                    <a:t>ASU</a:t>
                  </a:r>
                  <a:endParaRPr lang="en-US" altLang="zh-CN" sz="1400">
                    <a:latin typeface="Times New Roman" panose="02020603050405020304" pitchFamily="18" charset="0"/>
                    <a:cs typeface="Times New Roman" panose="02020603050405020304" pitchFamily="18" charset="0"/>
                    <a:sym typeface="+mn-ea"/>
                  </a:endParaRPr>
                </a:p>
              </p:txBody>
            </p:sp>
          </p:grpSp>
          <p:grpSp>
            <p:nvGrpSpPr>
              <p:cNvPr id="263" name="组合 262"/>
              <p:cNvGrpSpPr/>
              <p:nvPr/>
            </p:nvGrpSpPr>
            <p:grpSpPr>
              <a:xfrm>
                <a:off x="7543" y="2088"/>
                <a:ext cx="1254" cy="552"/>
                <a:chOff x="7543" y="2189"/>
                <a:chExt cx="1254" cy="552"/>
              </a:xfrm>
            </p:grpSpPr>
            <p:sp>
              <p:nvSpPr>
                <p:cNvPr id="264" name="圆角矩形 263"/>
                <p:cNvSpPr/>
                <p:nvPr/>
              </p:nvSpPr>
              <p:spPr>
                <a:xfrm>
                  <a:off x="7543" y="2189"/>
                  <a:ext cx="1255" cy="553"/>
                </a:xfrm>
                <a:prstGeom prst="roundRect">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5" name="文本框 264"/>
                <p:cNvSpPr txBox="1"/>
                <p:nvPr/>
              </p:nvSpPr>
              <p:spPr>
                <a:xfrm>
                  <a:off x="7649" y="2220"/>
                  <a:ext cx="1082" cy="483"/>
                </a:xfrm>
                <a:prstGeom prst="rect">
                  <a:avLst/>
                </a:prstGeom>
                <a:noFill/>
              </p:spPr>
              <p:txBody>
                <a:bodyPr wrap="square" rtlCol="0">
                  <a:spAutoFit/>
                </a:bodyPr>
                <a:p>
                  <a:pPr algn="ctr"/>
                  <a:r>
                    <a:rPr lang="en-US" altLang="zh-CN" sz="1400">
                      <a:latin typeface="Times New Roman" panose="02020603050405020304" pitchFamily="18" charset="0"/>
                      <a:cs typeface="Times New Roman" panose="02020603050405020304" pitchFamily="18" charset="0"/>
                    </a:rPr>
                    <a:t>ASU</a:t>
                  </a:r>
                  <a:endParaRPr lang="en-US" altLang="zh-CN" sz="1400">
                    <a:latin typeface="Times New Roman" panose="02020603050405020304" pitchFamily="18" charset="0"/>
                    <a:cs typeface="Times New Roman" panose="02020603050405020304" pitchFamily="18" charset="0"/>
                  </a:endParaRPr>
                </a:p>
              </p:txBody>
            </p:sp>
          </p:grpSp>
          <p:cxnSp>
            <p:nvCxnSpPr>
              <p:cNvPr id="267" name="直接箭头连接符 266"/>
              <p:cNvCxnSpPr>
                <a:stCxn id="262" idx="2"/>
                <a:endCxn id="264" idx="0"/>
              </p:cNvCxnSpPr>
              <p:nvPr/>
            </p:nvCxnSpPr>
            <p:spPr>
              <a:xfrm flipH="1">
                <a:off x="8171" y="1673"/>
                <a:ext cx="3" cy="415"/>
              </a:xfrm>
              <a:prstGeom prst="straightConnector1">
                <a:avLst/>
              </a:prstGeom>
              <a:ln w="19050">
                <a:solidFill>
                  <a:schemeClr val="bg1">
                    <a:lumMod val="65000"/>
                  </a:schemeClr>
                </a:solidFill>
                <a:headEnd type="triangle"/>
                <a:tailEnd type="triangle"/>
              </a:ln>
            </p:spPr>
            <p:style>
              <a:lnRef idx="2">
                <a:schemeClr val="accent1"/>
              </a:lnRef>
              <a:fillRef idx="0">
                <a:srgbClr val="FFFFFF"/>
              </a:fillRef>
              <a:effectRef idx="0">
                <a:srgbClr val="FFFFFF"/>
              </a:effectRef>
              <a:fontRef idx="minor">
                <a:schemeClr val="tx1"/>
              </a:fontRef>
            </p:style>
          </p:cxnSp>
        </p:grpSp>
        <p:cxnSp>
          <p:nvCxnSpPr>
            <p:cNvPr id="269" name="肘形连接符 268"/>
            <p:cNvCxnSpPr>
              <a:stCxn id="78" idx="3"/>
              <a:endCxn id="254" idx="0"/>
            </p:cNvCxnSpPr>
            <p:nvPr/>
          </p:nvCxnSpPr>
          <p:spPr>
            <a:xfrm>
              <a:off x="10320" y="724"/>
              <a:ext cx="550" cy="466"/>
            </a:xfrm>
            <a:prstGeom prst="bentConnector2">
              <a:avLst/>
            </a:prstGeom>
            <a:ln w="19050">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287" name="肘形连接符 286"/>
            <p:cNvCxnSpPr>
              <a:stCxn id="79" idx="3"/>
              <a:endCxn id="257" idx="2"/>
            </p:cNvCxnSpPr>
            <p:nvPr/>
          </p:nvCxnSpPr>
          <p:spPr>
            <a:xfrm flipV="1">
              <a:off x="10378" y="2602"/>
              <a:ext cx="508" cy="539"/>
            </a:xfrm>
            <a:prstGeom prst="bentConnector2">
              <a:avLst/>
            </a:prstGeom>
            <a:ln>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288" name="肘形连接符 287"/>
            <p:cNvCxnSpPr>
              <a:stCxn id="91" idx="3"/>
              <a:endCxn id="265" idx="2"/>
            </p:cNvCxnSpPr>
            <p:nvPr/>
          </p:nvCxnSpPr>
          <p:spPr>
            <a:xfrm flipV="1">
              <a:off x="12964" y="2602"/>
              <a:ext cx="471" cy="519"/>
            </a:xfrm>
            <a:prstGeom prst="bentConnector2">
              <a:avLst/>
            </a:prstGeom>
            <a:ln w="19050">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289" name="肘形连接符 288"/>
            <p:cNvCxnSpPr>
              <a:stCxn id="90" idx="3"/>
              <a:endCxn id="262" idx="0"/>
            </p:cNvCxnSpPr>
            <p:nvPr/>
          </p:nvCxnSpPr>
          <p:spPr>
            <a:xfrm>
              <a:off x="12932" y="722"/>
              <a:ext cx="487" cy="468"/>
            </a:xfrm>
            <a:prstGeom prst="bentConnector2">
              <a:avLst/>
            </a:prstGeom>
            <a:ln>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graphicFrame>
          <p:nvGraphicFramePr>
            <p:cNvPr id="35" name="对象 34">
              <a:hlinkClick r:id="" action="ppaction://ole?verb="/>
            </p:cNvPr>
            <p:cNvGraphicFramePr>
              <a:graphicFrameLocks noChangeAspect="1"/>
            </p:cNvGraphicFramePr>
            <p:nvPr/>
          </p:nvGraphicFramePr>
          <p:xfrm>
            <a:off x="9510" y="5260"/>
            <a:ext cx="180" cy="279"/>
          </p:xfrm>
          <a:graphic>
            <a:graphicData uri="http://schemas.openxmlformats.org/presentationml/2006/ole">
              <mc:AlternateContent xmlns:mc="http://schemas.openxmlformats.org/markup-compatibility/2006">
                <mc:Choice xmlns:v="urn:schemas-microsoft-com:vml" Requires="v">
                  <p:oleObj spid="_x0000_s1027" name="" r:id="rId47" imgW="114300" imgH="177165" progId="Equation.DSMT4">
                    <p:embed/>
                  </p:oleObj>
                </mc:Choice>
                <mc:Fallback>
                  <p:oleObj name="" r:id="rId47" imgW="114300" imgH="177165" progId="Equation.DSMT4">
                    <p:embed/>
                    <p:pic>
                      <p:nvPicPr>
                        <p:cNvPr id="0" name="图片 1026"/>
                        <p:cNvPicPr/>
                        <p:nvPr/>
                      </p:nvPicPr>
                      <p:blipFill>
                        <a:blip r:embed="rId48"/>
                        <a:stretch>
                          <a:fillRect/>
                        </a:stretch>
                      </p:blipFill>
                      <p:spPr>
                        <a:xfrm>
                          <a:off x="9510" y="5260"/>
                          <a:ext cx="180" cy="279"/>
                        </a:xfrm>
                        <a:prstGeom prst="rect">
                          <a:avLst/>
                        </a:prstGeom>
                      </p:spPr>
                    </p:pic>
                  </p:oleObj>
                </mc:Fallback>
              </mc:AlternateContent>
            </a:graphicData>
          </a:graphic>
        </p:graphicFrame>
        <p:grpSp>
          <p:nvGrpSpPr>
            <p:cNvPr id="42" name="组合 41"/>
            <p:cNvGrpSpPr/>
            <p:nvPr/>
          </p:nvGrpSpPr>
          <p:grpSpPr>
            <a:xfrm>
              <a:off x="15788" y="3882"/>
              <a:ext cx="2708" cy="3766"/>
              <a:chOff x="17110" y="6907"/>
              <a:chExt cx="2708" cy="3766"/>
            </a:xfrm>
          </p:grpSpPr>
          <p:sp>
            <p:nvSpPr>
              <p:cNvPr id="105" name="圆角矩形 104"/>
              <p:cNvSpPr/>
              <p:nvPr/>
            </p:nvSpPr>
            <p:spPr>
              <a:xfrm>
                <a:off x="17110" y="6907"/>
                <a:ext cx="2135" cy="3766"/>
              </a:xfrm>
              <a:prstGeom prst="roundRect">
                <a:avLst>
                  <a:gd name="adj" fmla="val 10585"/>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6" name="文本框 105"/>
              <p:cNvSpPr txBox="1"/>
              <p:nvPr/>
            </p:nvSpPr>
            <p:spPr>
              <a:xfrm>
                <a:off x="17172" y="7013"/>
                <a:ext cx="2646" cy="483"/>
              </a:xfrm>
              <a:prstGeom prst="rect">
                <a:avLst/>
              </a:prstGeom>
              <a:noFill/>
            </p:spPr>
            <p:txBody>
              <a:bodyPr wrap="square" rtlCol="0">
                <a:spAutoFit/>
              </a:bodyPr>
              <a:p>
                <a:r>
                  <a:rPr lang="en-US" altLang="zh-CN" sz="1400">
                    <a:latin typeface="Times New Roman" panose="02020603050405020304" pitchFamily="18" charset="0"/>
                    <a:cs typeface="Times New Roman" panose="02020603050405020304" pitchFamily="18" charset="0"/>
                  </a:rPr>
                  <a:t>CAKD Module</a:t>
                </a:r>
                <a:endParaRPr lang="en-US" altLang="zh-CN" sz="1400">
                  <a:latin typeface="Times New Roman" panose="02020603050405020304" pitchFamily="18" charset="0"/>
                  <a:cs typeface="Times New Roman" panose="02020603050405020304" pitchFamily="18" charset="0"/>
                </a:endParaRPr>
              </a:p>
            </p:txBody>
          </p:sp>
          <p:grpSp>
            <p:nvGrpSpPr>
              <p:cNvPr id="127" name="组合 126"/>
              <p:cNvGrpSpPr/>
              <p:nvPr/>
            </p:nvGrpSpPr>
            <p:grpSpPr>
              <a:xfrm>
                <a:off x="17376" y="7482"/>
                <a:ext cx="608" cy="451"/>
                <a:chOff x="15686" y="4615"/>
                <a:chExt cx="798" cy="617"/>
              </a:xfrm>
            </p:grpSpPr>
            <p:sp>
              <p:nvSpPr>
                <p:cNvPr id="113" name="文本框 112"/>
                <p:cNvSpPr txBox="1"/>
                <p:nvPr/>
              </p:nvSpPr>
              <p:spPr>
                <a:xfrm>
                  <a:off x="15686" y="4615"/>
                  <a:ext cx="798" cy="535"/>
                </a:xfrm>
                <a:prstGeom prst="rect">
                  <a:avLst/>
                </a:prstGeom>
                <a:noFill/>
              </p:spPr>
              <p:txBody>
                <a:bodyPr wrap="square" rtlCol="0">
                  <a:noAutofit/>
                </a:bodyPr>
                <a:p>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F</a:t>
                  </a:r>
                  <a:r>
                    <a:rPr lang="en-US" altLang="zh-CN" sz="1400" b="1" baseline="30000">
                      <a:latin typeface="Times New Roman" panose="02020603050405020304" pitchFamily="18" charset="0"/>
                      <a:ea typeface="仿宋" panose="02010609060101010101" pitchFamily="49" charset="-122"/>
                      <a:cs typeface="Times New Roman" panose="02020603050405020304" pitchFamily="18" charset="0"/>
                    </a:rPr>
                    <a:t>t</a:t>
                  </a:r>
                  <a:endParaRPr lang="en-US" altLang="zh-CN" sz="1400" b="1" baseline="300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11" name="圆角矩形 110"/>
                <p:cNvSpPr/>
                <p:nvPr/>
              </p:nvSpPr>
              <p:spPr>
                <a:xfrm>
                  <a:off x="15755" y="4650"/>
                  <a:ext cx="622" cy="582"/>
                </a:xfrm>
                <a:prstGeom prst="roundRect">
                  <a:avLst/>
                </a:prstGeom>
                <a:noFill/>
                <a:ln>
                  <a:solidFill>
                    <a:schemeClr val="accent2">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28" name="组合 127"/>
              <p:cNvGrpSpPr/>
              <p:nvPr/>
            </p:nvGrpSpPr>
            <p:grpSpPr>
              <a:xfrm>
                <a:off x="18285" y="7480"/>
                <a:ext cx="620" cy="453"/>
                <a:chOff x="15686" y="4615"/>
                <a:chExt cx="798" cy="617"/>
              </a:xfrm>
            </p:grpSpPr>
            <p:sp>
              <p:nvSpPr>
                <p:cNvPr id="191" name="文本框 190"/>
                <p:cNvSpPr txBox="1"/>
                <p:nvPr/>
              </p:nvSpPr>
              <p:spPr>
                <a:xfrm>
                  <a:off x="15686" y="4615"/>
                  <a:ext cx="798" cy="535"/>
                </a:xfrm>
                <a:prstGeom prst="rect">
                  <a:avLst/>
                </a:prstGeom>
                <a:noFill/>
              </p:spPr>
              <p:txBody>
                <a:bodyPr wrap="square" rtlCol="0">
                  <a:noAutofit/>
                </a:bodyPr>
                <a:p>
                  <a:r>
                    <a:rPr lang="en-US" altLang="zh-CN" sz="1400">
                      <a:latin typeface="Times New Roman" panose="02020603050405020304" pitchFamily="18" charset="0"/>
                      <a:ea typeface="仿宋" panose="02010609060101010101" pitchFamily="49" charset="-122"/>
                      <a:cs typeface="Times New Roman" panose="02020603050405020304" pitchFamily="18" charset="0"/>
                    </a:rPr>
                    <a:t> </a:t>
                  </a:r>
                  <a:r>
                    <a:rPr lang="en-US" altLang="zh-CN" sz="1400" b="1">
                      <a:latin typeface="Times New Roman" panose="02020603050405020304" pitchFamily="18" charset="0"/>
                      <a:ea typeface="仿宋" panose="02010609060101010101" pitchFamily="49" charset="-122"/>
                      <a:cs typeface="Times New Roman" panose="02020603050405020304" pitchFamily="18" charset="0"/>
                    </a:rPr>
                    <a:t>F</a:t>
                  </a:r>
                  <a:r>
                    <a:rPr lang="en-US" altLang="zh-CN" sz="1400" b="1" baseline="30000">
                      <a:latin typeface="Times New Roman" panose="02020603050405020304" pitchFamily="18" charset="0"/>
                      <a:ea typeface="仿宋" panose="02010609060101010101" pitchFamily="49" charset="-122"/>
                      <a:cs typeface="Times New Roman" panose="02020603050405020304" pitchFamily="18" charset="0"/>
                    </a:rPr>
                    <a:t>s</a:t>
                  </a:r>
                  <a:endParaRPr lang="en-US" altLang="zh-CN" sz="1400" b="1" baseline="300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192" name="圆角矩形 191"/>
                <p:cNvSpPr/>
                <p:nvPr/>
              </p:nvSpPr>
              <p:spPr>
                <a:xfrm>
                  <a:off x="15755" y="4650"/>
                  <a:ext cx="622" cy="582"/>
                </a:xfrm>
                <a:prstGeom prst="roundRect">
                  <a:avLst/>
                </a:prstGeom>
                <a:noFill/>
                <a:ln>
                  <a:solidFill>
                    <a:schemeClr val="accent2">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aphicFrame>
            <p:nvGraphicFramePr>
              <p:cNvPr id="293" name="对象 292">
                <a:hlinkClick r:id="" action="ppaction://ole?verb="/>
              </p:cNvPr>
              <p:cNvGraphicFramePr>
                <a:graphicFrameLocks noChangeAspect="1"/>
              </p:cNvGraphicFramePr>
              <p:nvPr/>
            </p:nvGraphicFramePr>
            <p:xfrm>
              <a:off x="17804" y="9965"/>
              <a:ext cx="816" cy="663"/>
            </p:xfrm>
            <a:graphic>
              <a:graphicData uri="http://schemas.openxmlformats.org/presentationml/2006/ole">
                <mc:AlternateContent xmlns:mc="http://schemas.openxmlformats.org/markup-compatibility/2006">
                  <mc:Choice xmlns:v="urn:schemas-microsoft-com:vml" Requires="v">
                    <p:oleObj spid="_x0000_s294" name="" r:id="rId49" imgW="292100" imgH="241300" progId="Equation.DSMT4">
                      <p:embed/>
                    </p:oleObj>
                  </mc:Choice>
                  <mc:Fallback>
                    <p:oleObj name="" r:id="rId49" imgW="292100" imgH="241300" progId="Equation.DSMT4">
                      <p:embed/>
                      <p:pic>
                        <p:nvPicPr>
                          <p:cNvPr id="0" name="图片 1027"/>
                          <p:cNvPicPr/>
                          <p:nvPr/>
                        </p:nvPicPr>
                        <p:blipFill>
                          <a:blip r:embed="rId50"/>
                          <a:stretch>
                            <a:fillRect/>
                          </a:stretch>
                        </p:blipFill>
                        <p:spPr>
                          <a:xfrm>
                            <a:off x="17804" y="9965"/>
                            <a:ext cx="816" cy="663"/>
                          </a:xfrm>
                          <a:prstGeom prst="rect">
                            <a:avLst/>
                          </a:prstGeom>
                        </p:spPr>
                      </p:pic>
                    </p:oleObj>
                  </mc:Fallback>
                </mc:AlternateContent>
              </a:graphicData>
            </a:graphic>
          </p:graphicFrame>
          <p:grpSp>
            <p:nvGrpSpPr>
              <p:cNvPr id="2335" name="组合 2334"/>
              <p:cNvGrpSpPr/>
              <p:nvPr/>
            </p:nvGrpSpPr>
            <p:grpSpPr>
              <a:xfrm>
                <a:off x="17181" y="8941"/>
                <a:ext cx="1855" cy="940"/>
                <a:chOff x="5730" y="9763"/>
                <a:chExt cx="1855" cy="940"/>
              </a:xfrm>
            </p:grpSpPr>
            <p:grpSp>
              <p:nvGrpSpPr>
                <p:cNvPr id="1334" name="组合 1333"/>
                <p:cNvGrpSpPr/>
                <p:nvPr/>
              </p:nvGrpSpPr>
              <p:grpSpPr>
                <a:xfrm rot="0">
                  <a:off x="6069" y="9763"/>
                  <a:ext cx="616" cy="643"/>
                  <a:chOff x="1262" y="2470"/>
                  <a:chExt cx="1858" cy="1780"/>
                </a:xfrm>
                <a:solidFill>
                  <a:schemeClr val="accent2">
                    <a:lumMod val="60000"/>
                    <a:lumOff val="40000"/>
                  </a:schemeClr>
                </a:solidFill>
              </p:grpSpPr>
              <p:grpSp>
                <p:nvGrpSpPr>
                  <p:cNvPr id="1335" name="组合 1334"/>
                  <p:cNvGrpSpPr/>
                  <p:nvPr/>
                </p:nvGrpSpPr>
                <p:grpSpPr>
                  <a:xfrm>
                    <a:off x="1262" y="3346"/>
                    <a:ext cx="1854" cy="905"/>
                    <a:chOff x="1199" y="3409"/>
                    <a:chExt cx="1854" cy="905"/>
                  </a:xfrm>
                  <a:grpFill/>
                </p:grpSpPr>
                <p:grpSp>
                  <p:nvGrpSpPr>
                    <p:cNvPr id="1336" name="组合 1335"/>
                    <p:cNvGrpSpPr/>
                    <p:nvPr/>
                  </p:nvGrpSpPr>
                  <p:grpSpPr>
                    <a:xfrm>
                      <a:off x="1199" y="3836"/>
                      <a:ext cx="1854" cy="478"/>
                      <a:chOff x="1266" y="2470"/>
                      <a:chExt cx="1854" cy="478"/>
                    </a:xfrm>
                    <a:grpFill/>
                  </p:grpSpPr>
                  <p:grpSp>
                    <p:nvGrpSpPr>
                      <p:cNvPr id="1337" name="组合 1336"/>
                      <p:cNvGrpSpPr>
                        <a:grpSpLocks noChangeAspect="1"/>
                      </p:cNvGrpSpPr>
                      <p:nvPr/>
                    </p:nvGrpSpPr>
                    <p:grpSpPr>
                      <a:xfrm>
                        <a:off x="1266" y="2470"/>
                        <a:ext cx="482" cy="478"/>
                        <a:chOff x="8304389" y="2157934"/>
                        <a:chExt cx="2017948" cy="2001327"/>
                      </a:xfrm>
                      <a:grpFill/>
                    </p:grpSpPr>
                    <p:sp>
                      <p:nvSpPr>
                        <p:cNvPr id="1338" name="立方体 1337"/>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39" name="立方体 1338"/>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0" name="立方体 1339"/>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1" name="立方体 1340"/>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2" name="立方体 1341"/>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3" name="立方体 1342"/>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4" name="立方体 1343"/>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5" name="立方体 1344"/>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46" name="立方体 1345"/>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47" name="组合 1346"/>
                      <p:cNvGrpSpPr>
                        <a:grpSpLocks noChangeAspect="1"/>
                      </p:cNvGrpSpPr>
                      <p:nvPr/>
                    </p:nvGrpSpPr>
                    <p:grpSpPr>
                      <a:xfrm>
                        <a:off x="1730" y="2470"/>
                        <a:ext cx="482" cy="478"/>
                        <a:chOff x="8304389" y="2157934"/>
                        <a:chExt cx="2017948" cy="2001327"/>
                      </a:xfrm>
                      <a:grpFill/>
                    </p:grpSpPr>
                    <p:sp>
                      <p:nvSpPr>
                        <p:cNvPr id="1348" name="立方体 1347"/>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9" name="立方体 1348"/>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50" name="立方体 1349"/>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51" name="立方体 1350"/>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52" name="立方体 1351"/>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53" name="立方体 1352"/>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54" name="立方体 1353"/>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55" name="立方体 1354"/>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56" name="立方体 1355"/>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57" name="组合 1356"/>
                      <p:cNvGrpSpPr>
                        <a:grpSpLocks noChangeAspect="1"/>
                      </p:cNvGrpSpPr>
                      <p:nvPr/>
                    </p:nvGrpSpPr>
                    <p:grpSpPr>
                      <a:xfrm>
                        <a:off x="2186" y="2470"/>
                        <a:ext cx="482" cy="478"/>
                        <a:chOff x="8304389" y="2157934"/>
                        <a:chExt cx="2017948" cy="2001327"/>
                      </a:xfrm>
                      <a:grpFill/>
                    </p:grpSpPr>
                    <p:sp>
                      <p:nvSpPr>
                        <p:cNvPr id="1358" name="立方体 1357"/>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59" name="立方体 1358"/>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0" name="立方体 1359"/>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1" name="立方体 1360"/>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2" name="立方体 1361"/>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3" name="立方体 1362"/>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4" name="立方体 1363"/>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5" name="立方体 1364"/>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66" name="立方体 1365"/>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67" name="组合 1366"/>
                      <p:cNvGrpSpPr>
                        <a:grpSpLocks noChangeAspect="1"/>
                      </p:cNvGrpSpPr>
                      <p:nvPr/>
                    </p:nvGrpSpPr>
                    <p:grpSpPr>
                      <a:xfrm>
                        <a:off x="2638" y="2470"/>
                        <a:ext cx="482" cy="478"/>
                        <a:chOff x="8304389" y="2157934"/>
                        <a:chExt cx="2017948" cy="2001327"/>
                      </a:xfrm>
                      <a:grpFill/>
                    </p:grpSpPr>
                    <p:sp>
                      <p:nvSpPr>
                        <p:cNvPr id="1368" name="立方体 1367"/>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9" name="立方体 1368"/>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0" name="立方体 1369"/>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1" name="立方体 1370"/>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2" name="立方体 1371"/>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3" name="立方体 1372"/>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4" name="立方体 1373"/>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5" name="立方体 1374"/>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76" name="立方体 1375"/>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377" name="组合 1376"/>
                    <p:cNvGrpSpPr/>
                    <p:nvPr/>
                  </p:nvGrpSpPr>
                  <p:grpSpPr>
                    <a:xfrm>
                      <a:off x="1199" y="3409"/>
                      <a:ext cx="1854" cy="478"/>
                      <a:chOff x="1266" y="2470"/>
                      <a:chExt cx="1854" cy="478"/>
                    </a:xfrm>
                    <a:grpFill/>
                  </p:grpSpPr>
                  <p:grpSp>
                    <p:nvGrpSpPr>
                      <p:cNvPr id="1378" name="组合 1377"/>
                      <p:cNvGrpSpPr>
                        <a:grpSpLocks noChangeAspect="1"/>
                      </p:cNvGrpSpPr>
                      <p:nvPr/>
                    </p:nvGrpSpPr>
                    <p:grpSpPr>
                      <a:xfrm>
                        <a:off x="1266" y="2470"/>
                        <a:ext cx="482" cy="478"/>
                        <a:chOff x="8304389" y="2157934"/>
                        <a:chExt cx="2017948" cy="2001327"/>
                      </a:xfrm>
                      <a:grpFill/>
                    </p:grpSpPr>
                    <p:sp>
                      <p:nvSpPr>
                        <p:cNvPr id="1379" name="立方体 1378"/>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0" name="立方体 1379"/>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1" name="立方体 1380"/>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2" name="立方体 1381"/>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3" name="立方体 1382"/>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4" name="立方体 1383"/>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5" name="立方体 1384"/>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6" name="立方体 1385"/>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87" name="立方体 1386"/>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88" name="组合 1387"/>
                      <p:cNvGrpSpPr>
                        <a:grpSpLocks noChangeAspect="1"/>
                      </p:cNvGrpSpPr>
                      <p:nvPr/>
                    </p:nvGrpSpPr>
                    <p:grpSpPr>
                      <a:xfrm>
                        <a:off x="1730" y="2470"/>
                        <a:ext cx="482" cy="478"/>
                        <a:chOff x="8304389" y="2157934"/>
                        <a:chExt cx="2017948" cy="2001327"/>
                      </a:xfrm>
                      <a:grpFill/>
                    </p:grpSpPr>
                    <p:sp>
                      <p:nvSpPr>
                        <p:cNvPr id="1389" name="立方体 1388"/>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0" name="立方体 1389"/>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1" name="立方体 1390"/>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2" name="立方体 1391"/>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3" name="立方体 1392"/>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4" name="立方体 1393"/>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5" name="立方体 1394"/>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6" name="立方体 1395"/>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97" name="立方体 1396"/>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98" name="组合 1397"/>
                      <p:cNvGrpSpPr>
                        <a:grpSpLocks noChangeAspect="1"/>
                      </p:cNvGrpSpPr>
                      <p:nvPr/>
                    </p:nvGrpSpPr>
                    <p:grpSpPr>
                      <a:xfrm>
                        <a:off x="2186" y="2470"/>
                        <a:ext cx="482" cy="478"/>
                        <a:chOff x="8304389" y="2157934"/>
                        <a:chExt cx="2017948" cy="2001327"/>
                      </a:xfrm>
                      <a:grpFill/>
                    </p:grpSpPr>
                    <p:sp>
                      <p:nvSpPr>
                        <p:cNvPr id="1399" name="立方体 1398"/>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0" name="立方体 1399"/>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1" name="立方体 1400"/>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2" name="立方体 1401"/>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3" name="立方体 1402"/>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4" name="立方体 1403"/>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5" name="立方体 1404"/>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6" name="立方体 1405"/>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07" name="立方体 1406"/>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08" name="组合 1407"/>
                      <p:cNvGrpSpPr>
                        <a:grpSpLocks noChangeAspect="1"/>
                      </p:cNvGrpSpPr>
                      <p:nvPr/>
                    </p:nvGrpSpPr>
                    <p:grpSpPr>
                      <a:xfrm>
                        <a:off x="2638" y="2470"/>
                        <a:ext cx="482" cy="478"/>
                        <a:chOff x="8304389" y="2157934"/>
                        <a:chExt cx="2017948" cy="2001327"/>
                      </a:xfrm>
                      <a:grpFill/>
                    </p:grpSpPr>
                    <p:sp>
                      <p:nvSpPr>
                        <p:cNvPr id="1409" name="立方体 1408"/>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0" name="立方体 1409"/>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1" name="立方体 1410"/>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2" name="立方体 1411"/>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3" name="立方体 1412"/>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4" name="立方体 1413"/>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5" name="立方体 1414"/>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6" name="立方体 1415"/>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17" name="立方体 1416"/>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418" name="组合 1417"/>
                  <p:cNvGrpSpPr/>
                  <p:nvPr/>
                </p:nvGrpSpPr>
                <p:grpSpPr>
                  <a:xfrm>
                    <a:off x="1266" y="2897"/>
                    <a:ext cx="1854" cy="478"/>
                    <a:chOff x="1266" y="2470"/>
                    <a:chExt cx="1854" cy="478"/>
                  </a:xfrm>
                  <a:grpFill/>
                </p:grpSpPr>
                <p:grpSp>
                  <p:nvGrpSpPr>
                    <p:cNvPr id="1419" name="组合 1418"/>
                    <p:cNvGrpSpPr>
                      <a:grpSpLocks noChangeAspect="1"/>
                    </p:cNvGrpSpPr>
                    <p:nvPr/>
                  </p:nvGrpSpPr>
                  <p:grpSpPr>
                    <a:xfrm>
                      <a:off x="1266" y="2470"/>
                      <a:ext cx="482" cy="478"/>
                      <a:chOff x="8304389" y="2157934"/>
                      <a:chExt cx="2017948" cy="2001327"/>
                    </a:xfrm>
                    <a:grpFill/>
                  </p:grpSpPr>
                  <p:sp>
                    <p:nvSpPr>
                      <p:cNvPr id="1420" name="立方体 1419"/>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1" name="立方体 1420"/>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2" name="立方体 1421"/>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3" name="立方体 1422"/>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4" name="立方体 1423"/>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5" name="立方体 1424"/>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6" name="立方体 1425"/>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7" name="立方体 1426"/>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28" name="立方体 1427"/>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29" name="组合 1428"/>
                    <p:cNvGrpSpPr>
                      <a:grpSpLocks noChangeAspect="1"/>
                    </p:cNvGrpSpPr>
                    <p:nvPr/>
                  </p:nvGrpSpPr>
                  <p:grpSpPr>
                    <a:xfrm>
                      <a:off x="1730" y="2470"/>
                      <a:ext cx="482" cy="478"/>
                      <a:chOff x="8304389" y="2157934"/>
                      <a:chExt cx="2017948" cy="2001327"/>
                    </a:xfrm>
                    <a:grpFill/>
                  </p:grpSpPr>
                  <p:sp>
                    <p:nvSpPr>
                      <p:cNvPr id="1430" name="立方体 1429"/>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1" name="立方体 1430"/>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2" name="立方体 1431"/>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3" name="立方体 1432"/>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4" name="立方体 1433"/>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5" name="立方体 1434"/>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6" name="立方体 1435"/>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7" name="立方体 1436"/>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38" name="立方体 1437"/>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39" name="组合 1438"/>
                    <p:cNvGrpSpPr>
                      <a:grpSpLocks noChangeAspect="1"/>
                    </p:cNvGrpSpPr>
                    <p:nvPr/>
                  </p:nvGrpSpPr>
                  <p:grpSpPr>
                    <a:xfrm>
                      <a:off x="2186" y="2470"/>
                      <a:ext cx="482" cy="478"/>
                      <a:chOff x="8304389" y="2157934"/>
                      <a:chExt cx="2017948" cy="2001327"/>
                    </a:xfrm>
                    <a:grpFill/>
                  </p:grpSpPr>
                  <p:sp>
                    <p:nvSpPr>
                      <p:cNvPr id="1440" name="立方体 1439"/>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41" name="立方体 1440"/>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42" name="立方体 1441"/>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43" name="立方体 1442"/>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44" name="立方体 1443"/>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45" name="立方体 1444"/>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46" name="立方体 1445"/>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47" name="立方体 1446"/>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48" name="立方体 1447"/>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49" name="组合 1448"/>
                    <p:cNvGrpSpPr>
                      <a:grpSpLocks noChangeAspect="1"/>
                    </p:cNvGrpSpPr>
                    <p:nvPr/>
                  </p:nvGrpSpPr>
                  <p:grpSpPr>
                    <a:xfrm>
                      <a:off x="2638" y="2470"/>
                      <a:ext cx="482" cy="478"/>
                      <a:chOff x="8304389" y="2157934"/>
                      <a:chExt cx="2017948" cy="2001327"/>
                    </a:xfrm>
                    <a:grpFill/>
                  </p:grpSpPr>
                  <p:sp>
                    <p:nvSpPr>
                      <p:cNvPr id="1450" name="立方体 1449"/>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1" name="立方体 1450"/>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2" name="立方体 1451"/>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3" name="立方体 1452"/>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4" name="立方体 1453"/>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5" name="立方体 1454"/>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6" name="立方体 1455"/>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7" name="立方体 1456"/>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58" name="立方体 1457"/>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459" name="组合 1458"/>
                  <p:cNvGrpSpPr/>
                  <p:nvPr/>
                </p:nvGrpSpPr>
                <p:grpSpPr>
                  <a:xfrm>
                    <a:off x="1266" y="2470"/>
                    <a:ext cx="1854" cy="478"/>
                    <a:chOff x="1266" y="2470"/>
                    <a:chExt cx="1854" cy="478"/>
                  </a:xfrm>
                  <a:grpFill/>
                </p:grpSpPr>
                <p:grpSp>
                  <p:nvGrpSpPr>
                    <p:cNvPr id="1460" name="组合 1459"/>
                    <p:cNvGrpSpPr>
                      <a:grpSpLocks noChangeAspect="1"/>
                    </p:cNvGrpSpPr>
                    <p:nvPr/>
                  </p:nvGrpSpPr>
                  <p:grpSpPr>
                    <a:xfrm>
                      <a:off x="1266" y="2470"/>
                      <a:ext cx="482" cy="478"/>
                      <a:chOff x="8304389" y="2157934"/>
                      <a:chExt cx="2017948" cy="2001327"/>
                    </a:xfrm>
                    <a:grpFill/>
                  </p:grpSpPr>
                  <p:sp>
                    <p:nvSpPr>
                      <p:cNvPr id="1461" name="立方体 1460"/>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62" name="立方体 1461"/>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63" name="立方体 1462"/>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64" name="立方体 1463"/>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65" name="立方体 1464"/>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66" name="立方体 1465"/>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67" name="立方体 1466"/>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68" name="立方体 1467"/>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69" name="立方体 1468"/>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70" name="组合 1469"/>
                    <p:cNvGrpSpPr>
                      <a:grpSpLocks noChangeAspect="1"/>
                    </p:cNvGrpSpPr>
                    <p:nvPr/>
                  </p:nvGrpSpPr>
                  <p:grpSpPr>
                    <a:xfrm>
                      <a:off x="1730" y="2470"/>
                      <a:ext cx="482" cy="478"/>
                      <a:chOff x="8304389" y="2157934"/>
                      <a:chExt cx="2017948" cy="2001327"/>
                    </a:xfrm>
                    <a:grpFill/>
                  </p:grpSpPr>
                  <p:sp>
                    <p:nvSpPr>
                      <p:cNvPr id="1471" name="立方体 1470"/>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2" name="立方体 1471"/>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3" name="立方体 1472"/>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4" name="立方体 1473"/>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5" name="立方体 1474"/>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6" name="立方体 1475"/>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7" name="立方体 1476"/>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8" name="立方体 1477"/>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79" name="立方体 1478"/>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80" name="组合 1479"/>
                    <p:cNvGrpSpPr>
                      <a:grpSpLocks noChangeAspect="1"/>
                    </p:cNvGrpSpPr>
                    <p:nvPr/>
                  </p:nvGrpSpPr>
                  <p:grpSpPr>
                    <a:xfrm>
                      <a:off x="2186" y="2470"/>
                      <a:ext cx="482" cy="478"/>
                      <a:chOff x="8304389" y="2157934"/>
                      <a:chExt cx="2017948" cy="2001327"/>
                    </a:xfrm>
                    <a:grpFill/>
                  </p:grpSpPr>
                  <p:sp>
                    <p:nvSpPr>
                      <p:cNvPr id="1481" name="立方体 1480"/>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2" name="立方体 1481"/>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3" name="立方体 1482"/>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4" name="立方体 1483"/>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5" name="立方体 1484"/>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6" name="立方体 1485"/>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7" name="立方体 1486"/>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8" name="立方体 1487"/>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89" name="立方体 1488"/>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90" name="组合 1489"/>
                    <p:cNvGrpSpPr>
                      <a:grpSpLocks noChangeAspect="1"/>
                    </p:cNvGrpSpPr>
                    <p:nvPr/>
                  </p:nvGrpSpPr>
                  <p:grpSpPr>
                    <a:xfrm>
                      <a:off x="2638" y="2470"/>
                      <a:ext cx="482" cy="478"/>
                      <a:chOff x="8304389" y="2157934"/>
                      <a:chExt cx="2017948" cy="2001327"/>
                    </a:xfrm>
                    <a:grpFill/>
                  </p:grpSpPr>
                  <p:sp>
                    <p:nvSpPr>
                      <p:cNvPr id="1491" name="立方体 1490"/>
                      <p:cNvSpPr>
                        <a:spLocks noChangeAspect="1"/>
                      </p:cNvSpPr>
                      <p:nvPr/>
                    </p:nvSpPr>
                    <p:spPr>
                      <a:xfrm>
                        <a:off x="8304389" y="3370859"/>
                        <a:ext cx="789379" cy="788402"/>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92" name="立方体 1491"/>
                      <p:cNvSpPr>
                        <a:spLocks noChangeAspect="1"/>
                      </p:cNvSpPr>
                      <p:nvPr/>
                    </p:nvSpPr>
                    <p:spPr>
                      <a:xfrm>
                        <a:off x="8918674"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93" name="立方体 1492"/>
                      <p:cNvSpPr>
                        <a:spLocks noChangeAspect="1"/>
                      </p:cNvSpPr>
                      <p:nvPr/>
                    </p:nvSpPr>
                    <p:spPr>
                      <a:xfrm>
                        <a:off x="9532958" y="3370857"/>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94" name="立方体 1493"/>
                      <p:cNvSpPr>
                        <a:spLocks noChangeAspect="1"/>
                      </p:cNvSpPr>
                      <p:nvPr/>
                    </p:nvSpPr>
                    <p:spPr>
                      <a:xfrm>
                        <a:off x="8304389"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95" name="立方体 1494"/>
                      <p:cNvSpPr>
                        <a:spLocks noChangeAspect="1"/>
                      </p:cNvSpPr>
                      <p:nvPr/>
                    </p:nvSpPr>
                    <p:spPr>
                      <a:xfrm>
                        <a:off x="8918674"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96" name="立方体 1495"/>
                      <p:cNvSpPr>
                        <a:spLocks noChangeAspect="1"/>
                      </p:cNvSpPr>
                      <p:nvPr/>
                    </p:nvSpPr>
                    <p:spPr>
                      <a:xfrm>
                        <a:off x="9532958" y="2764396"/>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97" name="立方体 1496"/>
                      <p:cNvSpPr>
                        <a:spLocks noChangeAspect="1"/>
                      </p:cNvSpPr>
                      <p:nvPr/>
                    </p:nvSpPr>
                    <p:spPr>
                      <a:xfrm>
                        <a:off x="8304389"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98" name="立方体 1497"/>
                      <p:cNvSpPr>
                        <a:spLocks noChangeAspect="1"/>
                      </p:cNvSpPr>
                      <p:nvPr/>
                    </p:nvSpPr>
                    <p:spPr>
                      <a:xfrm>
                        <a:off x="8918674"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99" name="立方体 1498"/>
                      <p:cNvSpPr>
                        <a:spLocks noChangeAspect="1"/>
                      </p:cNvSpPr>
                      <p:nvPr/>
                    </p:nvSpPr>
                    <p:spPr>
                      <a:xfrm>
                        <a:off x="9532958" y="2157934"/>
                        <a:ext cx="789379" cy="788400"/>
                      </a:xfrm>
                      <a:prstGeom prst="cube">
                        <a:avLst>
                          <a:gd name="adj" fmla="val 22457"/>
                        </a:avLst>
                      </a:prstGeom>
                      <a:grpFill/>
                      <a:ln w="63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500" name="组合 1499"/>
                <p:cNvGrpSpPr/>
                <p:nvPr/>
              </p:nvGrpSpPr>
              <p:grpSpPr>
                <a:xfrm rot="0">
                  <a:off x="5925" y="9863"/>
                  <a:ext cx="616" cy="643"/>
                  <a:chOff x="1262" y="2470"/>
                  <a:chExt cx="1858" cy="1781"/>
                </a:xfrm>
                <a:solidFill>
                  <a:schemeClr val="bg2"/>
                </a:solidFill>
              </p:grpSpPr>
              <p:grpSp>
                <p:nvGrpSpPr>
                  <p:cNvPr id="1501" name="组合 1500"/>
                  <p:cNvGrpSpPr/>
                  <p:nvPr/>
                </p:nvGrpSpPr>
                <p:grpSpPr>
                  <a:xfrm>
                    <a:off x="1262" y="3346"/>
                    <a:ext cx="1854" cy="905"/>
                    <a:chOff x="1199" y="3409"/>
                    <a:chExt cx="1854" cy="905"/>
                  </a:xfrm>
                  <a:grpFill/>
                </p:grpSpPr>
                <p:grpSp>
                  <p:nvGrpSpPr>
                    <p:cNvPr id="1502" name="组合 1501"/>
                    <p:cNvGrpSpPr/>
                    <p:nvPr/>
                  </p:nvGrpSpPr>
                  <p:grpSpPr>
                    <a:xfrm>
                      <a:off x="1199" y="3836"/>
                      <a:ext cx="1854" cy="478"/>
                      <a:chOff x="1266" y="2470"/>
                      <a:chExt cx="1854" cy="478"/>
                    </a:xfrm>
                    <a:grpFill/>
                  </p:grpSpPr>
                  <p:grpSp>
                    <p:nvGrpSpPr>
                      <p:cNvPr id="1503" name="组合 1502"/>
                      <p:cNvGrpSpPr>
                        <a:grpSpLocks noChangeAspect="1"/>
                      </p:cNvGrpSpPr>
                      <p:nvPr/>
                    </p:nvGrpSpPr>
                    <p:grpSpPr>
                      <a:xfrm>
                        <a:off x="1266" y="2470"/>
                        <a:ext cx="482" cy="478"/>
                        <a:chOff x="8304389" y="2157934"/>
                        <a:chExt cx="2017948" cy="2001327"/>
                      </a:xfrm>
                      <a:grpFill/>
                    </p:grpSpPr>
                    <p:sp>
                      <p:nvSpPr>
                        <p:cNvPr id="1504" name="立方体 1503"/>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05" name="立方体 1504"/>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06" name="立方体 1505"/>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07" name="立方体 1506"/>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08" name="立方体 1507"/>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09" name="立方体 1508"/>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0" name="立方体 1509"/>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1" name="立方体 1510"/>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12" name="立方体 1511"/>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513" name="组合 1512"/>
                      <p:cNvGrpSpPr>
                        <a:grpSpLocks noChangeAspect="1"/>
                      </p:cNvGrpSpPr>
                      <p:nvPr/>
                    </p:nvGrpSpPr>
                    <p:grpSpPr>
                      <a:xfrm>
                        <a:off x="1730" y="2470"/>
                        <a:ext cx="482" cy="478"/>
                        <a:chOff x="8304389" y="2157934"/>
                        <a:chExt cx="2017948" cy="2001327"/>
                      </a:xfrm>
                      <a:grpFill/>
                    </p:grpSpPr>
                    <p:sp>
                      <p:nvSpPr>
                        <p:cNvPr id="1514" name="立方体 1513"/>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5" name="立方体 1514"/>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6" name="立方体 1515"/>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7" name="立方体 1516"/>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8" name="立方体 1517"/>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9" name="立方体 1518"/>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20" name="立方体 1519"/>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21" name="立方体 1520"/>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22" name="立方体 1521"/>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523" name="组合 1522"/>
                      <p:cNvGrpSpPr>
                        <a:grpSpLocks noChangeAspect="1"/>
                      </p:cNvGrpSpPr>
                      <p:nvPr/>
                    </p:nvGrpSpPr>
                    <p:grpSpPr>
                      <a:xfrm>
                        <a:off x="2186" y="2470"/>
                        <a:ext cx="482" cy="478"/>
                        <a:chOff x="8304389" y="2157934"/>
                        <a:chExt cx="2017948" cy="2001327"/>
                      </a:xfrm>
                      <a:grpFill/>
                    </p:grpSpPr>
                    <p:sp>
                      <p:nvSpPr>
                        <p:cNvPr id="1524" name="立方体 1523"/>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25" name="立方体 1524"/>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26" name="立方体 1525"/>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27" name="立方体 1526"/>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28" name="立方体 1527"/>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29" name="立方体 1528"/>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0" name="立方体 1529"/>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1" name="立方体 1530"/>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32" name="立方体 1531"/>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533" name="组合 1532"/>
                      <p:cNvGrpSpPr>
                        <a:grpSpLocks noChangeAspect="1"/>
                      </p:cNvGrpSpPr>
                      <p:nvPr/>
                    </p:nvGrpSpPr>
                    <p:grpSpPr>
                      <a:xfrm>
                        <a:off x="2638" y="2470"/>
                        <a:ext cx="482" cy="478"/>
                        <a:chOff x="8304389" y="2157934"/>
                        <a:chExt cx="2017948" cy="2001327"/>
                      </a:xfrm>
                      <a:grpFill/>
                    </p:grpSpPr>
                    <p:sp>
                      <p:nvSpPr>
                        <p:cNvPr id="1534" name="立方体 1533"/>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5" name="立方体 1534"/>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6" name="立方体 1535"/>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7" name="立方体 1536"/>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8" name="立方体 1537"/>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9" name="立方体 1538"/>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40" name="立方体 1539"/>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41" name="立方体 1540"/>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42" name="立方体 1541"/>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543" name="组合 1542"/>
                    <p:cNvGrpSpPr/>
                    <p:nvPr/>
                  </p:nvGrpSpPr>
                  <p:grpSpPr>
                    <a:xfrm>
                      <a:off x="1199" y="3409"/>
                      <a:ext cx="1854" cy="478"/>
                      <a:chOff x="1266" y="2470"/>
                      <a:chExt cx="1854" cy="478"/>
                    </a:xfrm>
                    <a:grpFill/>
                  </p:grpSpPr>
                  <p:grpSp>
                    <p:nvGrpSpPr>
                      <p:cNvPr id="1544" name="组合 1543"/>
                      <p:cNvGrpSpPr>
                        <a:grpSpLocks noChangeAspect="1"/>
                      </p:cNvGrpSpPr>
                      <p:nvPr/>
                    </p:nvGrpSpPr>
                    <p:grpSpPr>
                      <a:xfrm>
                        <a:off x="1266" y="2470"/>
                        <a:ext cx="482" cy="478"/>
                        <a:chOff x="8304389" y="2157934"/>
                        <a:chExt cx="2017948" cy="2001327"/>
                      </a:xfrm>
                      <a:grpFill/>
                    </p:grpSpPr>
                    <p:sp>
                      <p:nvSpPr>
                        <p:cNvPr id="1545" name="立方体 1544"/>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46" name="立方体 1545"/>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47" name="立方体 1546"/>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48" name="立方体 1547"/>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49" name="立方体 1548"/>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50" name="立方体 1549"/>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51" name="立方体 1550"/>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52" name="立方体 1551"/>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53" name="立方体 1552"/>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554" name="组合 1553"/>
                      <p:cNvGrpSpPr>
                        <a:grpSpLocks noChangeAspect="1"/>
                      </p:cNvGrpSpPr>
                      <p:nvPr/>
                    </p:nvGrpSpPr>
                    <p:grpSpPr>
                      <a:xfrm>
                        <a:off x="1730" y="2470"/>
                        <a:ext cx="482" cy="478"/>
                        <a:chOff x="8304389" y="2157934"/>
                        <a:chExt cx="2017948" cy="2001327"/>
                      </a:xfrm>
                      <a:grpFill/>
                    </p:grpSpPr>
                    <p:sp>
                      <p:nvSpPr>
                        <p:cNvPr id="1555" name="立方体 1554"/>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56" name="立方体 1555"/>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57" name="立方体 1556"/>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58" name="立方体 1557"/>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59" name="立方体 1558"/>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0" name="立方体 1559"/>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1" name="立方体 1560"/>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2" name="立方体 1561"/>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63" name="立方体 1562"/>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564" name="组合 1563"/>
                      <p:cNvGrpSpPr>
                        <a:grpSpLocks noChangeAspect="1"/>
                      </p:cNvGrpSpPr>
                      <p:nvPr/>
                    </p:nvGrpSpPr>
                    <p:grpSpPr>
                      <a:xfrm>
                        <a:off x="2186" y="2470"/>
                        <a:ext cx="482" cy="478"/>
                        <a:chOff x="8304389" y="2157934"/>
                        <a:chExt cx="2017948" cy="2001327"/>
                      </a:xfrm>
                      <a:grpFill/>
                    </p:grpSpPr>
                    <p:sp>
                      <p:nvSpPr>
                        <p:cNvPr id="1565" name="立方体 1564"/>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6" name="立方体 1565"/>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7" name="立方体 1566"/>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8" name="立方体 1567"/>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9" name="立方体 1568"/>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70" name="立方体 1569"/>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71" name="立方体 1570"/>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72" name="立方体 1571"/>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73" name="立方体 1572"/>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574" name="组合 1573"/>
                      <p:cNvGrpSpPr>
                        <a:grpSpLocks noChangeAspect="1"/>
                      </p:cNvGrpSpPr>
                      <p:nvPr/>
                    </p:nvGrpSpPr>
                    <p:grpSpPr>
                      <a:xfrm>
                        <a:off x="2638" y="2470"/>
                        <a:ext cx="482" cy="478"/>
                        <a:chOff x="8304389" y="2157934"/>
                        <a:chExt cx="2017948" cy="2001327"/>
                      </a:xfrm>
                      <a:grpFill/>
                    </p:grpSpPr>
                    <p:sp>
                      <p:nvSpPr>
                        <p:cNvPr id="1575" name="立方体 1574"/>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76" name="立方体 1575"/>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77" name="立方体 1576"/>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78" name="立方体 1577"/>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79" name="立方体 1578"/>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80" name="立方体 1579"/>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81" name="立方体 1580"/>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82" name="立方体 1581"/>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83" name="立方体 1582"/>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584" name="组合 1583"/>
                  <p:cNvGrpSpPr/>
                  <p:nvPr/>
                </p:nvGrpSpPr>
                <p:grpSpPr>
                  <a:xfrm>
                    <a:off x="1266" y="2897"/>
                    <a:ext cx="1854" cy="478"/>
                    <a:chOff x="1266" y="2470"/>
                    <a:chExt cx="1854" cy="478"/>
                  </a:xfrm>
                  <a:grpFill/>
                </p:grpSpPr>
                <p:grpSp>
                  <p:nvGrpSpPr>
                    <p:cNvPr id="1585" name="组合 1584"/>
                    <p:cNvGrpSpPr>
                      <a:grpSpLocks noChangeAspect="1"/>
                    </p:cNvGrpSpPr>
                    <p:nvPr/>
                  </p:nvGrpSpPr>
                  <p:grpSpPr>
                    <a:xfrm>
                      <a:off x="1266" y="2470"/>
                      <a:ext cx="482" cy="478"/>
                      <a:chOff x="8304389" y="2157934"/>
                      <a:chExt cx="2017948" cy="2001327"/>
                    </a:xfrm>
                    <a:grpFill/>
                  </p:grpSpPr>
                  <p:sp>
                    <p:nvSpPr>
                      <p:cNvPr id="1586" name="立方体 1585"/>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87" name="立方体 1586"/>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88" name="立方体 1587"/>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89" name="立方体 1588"/>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90" name="立方体 1589"/>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91" name="立方体 1590"/>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92" name="立方体 1591"/>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93" name="立方体 1592"/>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94" name="立方体 1593"/>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595" name="组合 1594"/>
                    <p:cNvGrpSpPr>
                      <a:grpSpLocks noChangeAspect="1"/>
                    </p:cNvGrpSpPr>
                    <p:nvPr/>
                  </p:nvGrpSpPr>
                  <p:grpSpPr>
                    <a:xfrm>
                      <a:off x="1730" y="2470"/>
                      <a:ext cx="482" cy="478"/>
                      <a:chOff x="8304389" y="2157934"/>
                      <a:chExt cx="2017948" cy="2001327"/>
                    </a:xfrm>
                    <a:grpFill/>
                  </p:grpSpPr>
                  <p:sp>
                    <p:nvSpPr>
                      <p:cNvPr id="1596" name="立方体 1595"/>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97" name="立方体 1596"/>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98" name="立方体 1597"/>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99" name="立方体 1598"/>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00" name="立方体 1599"/>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01" name="立方体 1600"/>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02" name="立方体 1601"/>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03" name="立方体 1602"/>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04" name="立方体 1603"/>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05" name="组合 1604"/>
                    <p:cNvGrpSpPr>
                      <a:grpSpLocks noChangeAspect="1"/>
                    </p:cNvGrpSpPr>
                    <p:nvPr/>
                  </p:nvGrpSpPr>
                  <p:grpSpPr>
                    <a:xfrm>
                      <a:off x="2186" y="2470"/>
                      <a:ext cx="482" cy="478"/>
                      <a:chOff x="8304389" y="2157934"/>
                      <a:chExt cx="2017948" cy="2001327"/>
                    </a:xfrm>
                    <a:grpFill/>
                  </p:grpSpPr>
                  <p:sp>
                    <p:nvSpPr>
                      <p:cNvPr id="1606" name="立方体 1605"/>
                      <p:cNvSpPr>
                        <a:spLocks noChangeAspect="1"/>
                      </p:cNvSpPr>
                      <p:nvPr/>
                    </p:nvSpPr>
                    <p:spPr>
                      <a:xfrm>
                        <a:off x="8320453" y="3338112"/>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07" name="立方体 1606"/>
                      <p:cNvSpPr>
                        <a:spLocks noChangeAspect="1"/>
                      </p:cNvSpPr>
                      <p:nvPr/>
                    </p:nvSpPr>
                    <p:spPr>
                      <a:xfrm>
                        <a:off x="8919821" y="3372128"/>
                        <a:ext cx="791270" cy="787133"/>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08" name="立方体 1607"/>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09" name="立方体 1608"/>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0" name="立方体 1609"/>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1" name="立方体 1610"/>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2" name="立方体 1611"/>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3" name="立方体 1612"/>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14" name="立方体 1613"/>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15" name="组合 1614"/>
                    <p:cNvGrpSpPr>
                      <a:grpSpLocks noChangeAspect="1"/>
                    </p:cNvGrpSpPr>
                    <p:nvPr/>
                  </p:nvGrpSpPr>
                  <p:grpSpPr>
                    <a:xfrm>
                      <a:off x="2638" y="2470"/>
                      <a:ext cx="482" cy="478"/>
                      <a:chOff x="8304389" y="2157934"/>
                      <a:chExt cx="2017948" cy="2001327"/>
                    </a:xfrm>
                    <a:grpFill/>
                  </p:grpSpPr>
                  <p:sp>
                    <p:nvSpPr>
                      <p:cNvPr id="1616" name="立方体 1615"/>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7" name="立方体 1616"/>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8" name="立方体 1617"/>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9" name="立方体 1618"/>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20" name="立方体 1619"/>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21" name="立方体 1620"/>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22" name="立方体 1621"/>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23" name="立方体 1622"/>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24" name="立方体 1623"/>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625" name="组合 1624"/>
                  <p:cNvGrpSpPr/>
                  <p:nvPr/>
                </p:nvGrpSpPr>
                <p:grpSpPr>
                  <a:xfrm>
                    <a:off x="1266" y="2470"/>
                    <a:ext cx="1854" cy="478"/>
                    <a:chOff x="1266" y="2470"/>
                    <a:chExt cx="1854" cy="478"/>
                  </a:xfrm>
                  <a:grpFill/>
                </p:grpSpPr>
                <p:grpSp>
                  <p:nvGrpSpPr>
                    <p:cNvPr id="1626" name="组合 1625"/>
                    <p:cNvGrpSpPr>
                      <a:grpSpLocks noChangeAspect="1"/>
                    </p:cNvGrpSpPr>
                    <p:nvPr/>
                  </p:nvGrpSpPr>
                  <p:grpSpPr>
                    <a:xfrm>
                      <a:off x="1266" y="2470"/>
                      <a:ext cx="482" cy="478"/>
                      <a:chOff x="8304389" y="2157934"/>
                      <a:chExt cx="2017948" cy="2001327"/>
                    </a:xfrm>
                    <a:grpFill/>
                  </p:grpSpPr>
                  <p:sp>
                    <p:nvSpPr>
                      <p:cNvPr id="1627" name="立方体 1626"/>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28" name="立方体 1627"/>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29" name="立方体 1628"/>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30" name="立方体 1629"/>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31" name="立方体 1630"/>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32" name="立方体 1631"/>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33" name="立方体 1632"/>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34" name="立方体 1633"/>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35" name="立方体 1634"/>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36" name="组合 1635"/>
                    <p:cNvGrpSpPr>
                      <a:grpSpLocks noChangeAspect="1"/>
                    </p:cNvGrpSpPr>
                    <p:nvPr/>
                  </p:nvGrpSpPr>
                  <p:grpSpPr>
                    <a:xfrm>
                      <a:off x="1730" y="2470"/>
                      <a:ext cx="482" cy="478"/>
                      <a:chOff x="8304389" y="2157934"/>
                      <a:chExt cx="2017948" cy="2001327"/>
                    </a:xfrm>
                    <a:grpFill/>
                  </p:grpSpPr>
                  <p:sp>
                    <p:nvSpPr>
                      <p:cNvPr id="1637" name="立方体 1636"/>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38" name="立方体 1637"/>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39" name="立方体 1638"/>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40" name="立方体 1639"/>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41" name="立方体 1640"/>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42" name="立方体 1641"/>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43" name="立方体 1642"/>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44" name="立方体 1643"/>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45" name="立方体 1644"/>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46" name="组合 1645"/>
                    <p:cNvGrpSpPr>
                      <a:grpSpLocks noChangeAspect="1"/>
                    </p:cNvGrpSpPr>
                    <p:nvPr/>
                  </p:nvGrpSpPr>
                  <p:grpSpPr>
                    <a:xfrm>
                      <a:off x="2186" y="2470"/>
                      <a:ext cx="482" cy="478"/>
                      <a:chOff x="8304389" y="2157934"/>
                      <a:chExt cx="2017948" cy="2001327"/>
                    </a:xfrm>
                    <a:grpFill/>
                  </p:grpSpPr>
                  <p:sp>
                    <p:nvSpPr>
                      <p:cNvPr id="1647" name="立方体 1646"/>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48" name="立方体 1647"/>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49" name="立方体 1648"/>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0" name="立方体 1649"/>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1" name="立方体 1650"/>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2" name="立方体 1651"/>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3" name="立方体 1652"/>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4" name="立方体 1653"/>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55" name="立方体 1654"/>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56" name="组合 1655"/>
                    <p:cNvGrpSpPr>
                      <a:grpSpLocks noChangeAspect="1"/>
                    </p:cNvGrpSpPr>
                    <p:nvPr/>
                  </p:nvGrpSpPr>
                  <p:grpSpPr>
                    <a:xfrm>
                      <a:off x="2638" y="2470"/>
                      <a:ext cx="482" cy="478"/>
                      <a:chOff x="8304389" y="2157934"/>
                      <a:chExt cx="2017948" cy="2001327"/>
                    </a:xfrm>
                    <a:grpFill/>
                  </p:grpSpPr>
                  <p:sp>
                    <p:nvSpPr>
                      <p:cNvPr id="1657" name="立方体 1656"/>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8" name="立方体 1657"/>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9" name="立方体 1658"/>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60" name="立方体 1659"/>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61" name="立方体 1660"/>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62" name="立方体 1661"/>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63" name="立方体 1662"/>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64" name="立方体 1663"/>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65" name="立方体 1664"/>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666" name="组合 1665"/>
                <p:cNvGrpSpPr/>
                <p:nvPr/>
              </p:nvGrpSpPr>
              <p:grpSpPr>
                <a:xfrm rot="0">
                  <a:off x="5811" y="10001"/>
                  <a:ext cx="616" cy="643"/>
                  <a:chOff x="1262" y="2470"/>
                  <a:chExt cx="1858" cy="1781"/>
                </a:xfrm>
                <a:solidFill>
                  <a:schemeClr val="accent1">
                    <a:lumMod val="40000"/>
                    <a:lumOff val="60000"/>
                  </a:schemeClr>
                </a:solidFill>
              </p:grpSpPr>
              <p:grpSp>
                <p:nvGrpSpPr>
                  <p:cNvPr id="1667" name="组合 1666"/>
                  <p:cNvGrpSpPr/>
                  <p:nvPr/>
                </p:nvGrpSpPr>
                <p:grpSpPr>
                  <a:xfrm>
                    <a:off x="1262" y="3346"/>
                    <a:ext cx="1854" cy="905"/>
                    <a:chOff x="1199" y="3409"/>
                    <a:chExt cx="1854" cy="905"/>
                  </a:xfrm>
                  <a:grpFill/>
                </p:grpSpPr>
                <p:grpSp>
                  <p:nvGrpSpPr>
                    <p:cNvPr id="1668" name="组合 1667"/>
                    <p:cNvGrpSpPr/>
                    <p:nvPr/>
                  </p:nvGrpSpPr>
                  <p:grpSpPr>
                    <a:xfrm>
                      <a:off x="1199" y="3836"/>
                      <a:ext cx="1854" cy="478"/>
                      <a:chOff x="1266" y="2470"/>
                      <a:chExt cx="1854" cy="478"/>
                    </a:xfrm>
                    <a:grpFill/>
                  </p:grpSpPr>
                  <p:grpSp>
                    <p:nvGrpSpPr>
                      <p:cNvPr id="1669" name="组合 1668"/>
                      <p:cNvGrpSpPr>
                        <a:grpSpLocks noChangeAspect="1"/>
                      </p:cNvGrpSpPr>
                      <p:nvPr/>
                    </p:nvGrpSpPr>
                    <p:grpSpPr>
                      <a:xfrm>
                        <a:off x="1266" y="2470"/>
                        <a:ext cx="482" cy="478"/>
                        <a:chOff x="8304389" y="2157934"/>
                        <a:chExt cx="2017948" cy="2001327"/>
                      </a:xfrm>
                      <a:grpFill/>
                    </p:grpSpPr>
                    <p:sp>
                      <p:nvSpPr>
                        <p:cNvPr id="1670" name="立方体 1669"/>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71" name="立方体 1670"/>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72" name="立方体 1671"/>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73" name="立方体 1672"/>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74" name="立方体 1673"/>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75" name="立方体 1674"/>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76" name="立方体 1675"/>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77" name="立方体 1676"/>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78" name="立方体 1677"/>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79" name="组合 1678"/>
                      <p:cNvGrpSpPr>
                        <a:grpSpLocks noChangeAspect="1"/>
                      </p:cNvGrpSpPr>
                      <p:nvPr/>
                    </p:nvGrpSpPr>
                    <p:grpSpPr>
                      <a:xfrm>
                        <a:off x="1730" y="2470"/>
                        <a:ext cx="482" cy="478"/>
                        <a:chOff x="8304389" y="2157934"/>
                        <a:chExt cx="2017948" cy="2001327"/>
                      </a:xfrm>
                      <a:grpFill/>
                    </p:grpSpPr>
                    <p:sp>
                      <p:nvSpPr>
                        <p:cNvPr id="1680" name="立方体 1679"/>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81" name="立方体 1680"/>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82" name="立方体 1681"/>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83" name="立方体 1682"/>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84" name="立方体 1683"/>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85" name="立方体 1684"/>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86" name="立方体 1685"/>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87" name="立方体 1686"/>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88" name="立方体 1687"/>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89" name="组合 1688"/>
                      <p:cNvGrpSpPr>
                        <a:grpSpLocks noChangeAspect="1"/>
                      </p:cNvGrpSpPr>
                      <p:nvPr/>
                    </p:nvGrpSpPr>
                    <p:grpSpPr>
                      <a:xfrm>
                        <a:off x="2186" y="2470"/>
                        <a:ext cx="482" cy="478"/>
                        <a:chOff x="8304389" y="2157934"/>
                        <a:chExt cx="2017948" cy="2001327"/>
                      </a:xfrm>
                      <a:grpFill/>
                    </p:grpSpPr>
                    <p:sp>
                      <p:nvSpPr>
                        <p:cNvPr id="1690" name="立方体 1689"/>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91" name="立方体 1690"/>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92" name="立方体 1691"/>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93" name="立方体 1692"/>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94" name="立方体 1693"/>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95" name="立方体 1694"/>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96" name="立方体 1695"/>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97" name="立方体 1696"/>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98" name="立方体 1697"/>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99" name="组合 1698"/>
                      <p:cNvGrpSpPr>
                        <a:grpSpLocks noChangeAspect="1"/>
                      </p:cNvGrpSpPr>
                      <p:nvPr/>
                    </p:nvGrpSpPr>
                    <p:grpSpPr>
                      <a:xfrm>
                        <a:off x="2638" y="2470"/>
                        <a:ext cx="482" cy="478"/>
                        <a:chOff x="8304389" y="2157934"/>
                        <a:chExt cx="2017948" cy="2001327"/>
                      </a:xfrm>
                      <a:grpFill/>
                    </p:grpSpPr>
                    <p:sp>
                      <p:nvSpPr>
                        <p:cNvPr id="1700" name="立方体 1699"/>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01" name="立方体 1700"/>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02" name="立方体 1701"/>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03" name="立方体 1702"/>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04" name="立方体 1703"/>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05" name="立方体 1704"/>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06" name="立方体 1705"/>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07" name="立方体 1706"/>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08" name="立方体 1707"/>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709" name="组合 1708"/>
                    <p:cNvGrpSpPr/>
                    <p:nvPr/>
                  </p:nvGrpSpPr>
                  <p:grpSpPr>
                    <a:xfrm>
                      <a:off x="1199" y="3409"/>
                      <a:ext cx="1854" cy="478"/>
                      <a:chOff x="1266" y="2470"/>
                      <a:chExt cx="1854" cy="478"/>
                    </a:xfrm>
                    <a:grpFill/>
                  </p:grpSpPr>
                  <p:grpSp>
                    <p:nvGrpSpPr>
                      <p:cNvPr id="1710" name="组合 1709"/>
                      <p:cNvGrpSpPr>
                        <a:grpSpLocks noChangeAspect="1"/>
                      </p:cNvGrpSpPr>
                      <p:nvPr/>
                    </p:nvGrpSpPr>
                    <p:grpSpPr>
                      <a:xfrm>
                        <a:off x="1266" y="2470"/>
                        <a:ext cx="482" cy="478"/>
                        <a:chOff x="8304389" y="2157934"/>
                        <a:chExt cx="2017948" cy="2001327"/>
                      </a:xfrm>
                      <a:grpFill/>
                    </p:grpSpPr>
                    <p:sp>
                      <p:nvSpPr>
                        <p:cNvPr id="1711" name="立方体 1710"/>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12" name="立方体 1711"/>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13" name="立方体 1712"/>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14" name="立方体 1713"/>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15" name="立方体 1714"/>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16" name="立方体 1715"/>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17" name="立方体 1716"/>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18" name="立方体 1717"/>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19" name="立方体 1718"/>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20" name="组合 1719"/>
                      <p:cNvGrpSpPr>
                        <a:grpSpLocks noChangeAspect="1"/>
                      </p:cNvGrpSpPr>
                      <p:nvPr/>
                    </p:nvGrpSpPr>
                    <p:grpSpPr>
                      <a:xfrm>
                        <a:off x="1730" y="2470"/>
                        <a:ext cx="482" cy="478"/>
                        <a:chOff x="8304389" y="2157934"/>
                        <a:chExt cx="2017948" cy="2001327"/>
                      </a:xfrm>
                      <a:grpFill/>
                    </p:grpSpPr>
                    <p:sp>
                      <p:nvSpPr>
                        <p:cNvPr id="1721" name="立方体 1720"/>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22" name="立方体 1721"/>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23" name="立方体 1722"/>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24" name="立方体 1723"/>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25" name="立方体 1724"/>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26" name="立方体 1725"/>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27" name="立方体 1726"/>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28" name="立方体 1727"/>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29" name="立方体 1728"/>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30" name="组合 1729"/>
                      <p:cNvGrpSpPr>
                        <a:grpSpLocks noChangeAspect="1"/>
                      </p:cNvGrpSpPr>
                      <p:nvPr/>
                    </p:nvGrpSpPr>
                    <p:grpSpPr>
                      <a:xfrm>
                        <a:off x="2186" y="2470"/>
                        <a:ext cx="482" cy="478"/>
                        <a:chOff x="8304389" y="2157934"/>
                        <a:chExt cx="2017948" cy="2001327"/>
                      </a:xfrm>
                      <a:grpFill/>
                    </p:grpSpPr>
                    <p:sp>
                      <p:nvSpPr>
                        <p:cNvPr id="1731" name="立方体 1730"/>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2" name="立方体 1731"/>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3" name="立方体 1732"/>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4" name="立方体 1733"/>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5" name="立方体 1734"/>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6" name="立方体 1735"/>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7" name="立方体 1736"/>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8" name="立方体 1737"/>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39" name="立方体 1738"/>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40" name="组合 1739"/>
                      <p:cNvGrpSpPr>
                        <a:grpSpLocks noChangeAspect="1"/>
                      </p:cNvGrpSpPr>
                      <p:nvPr/>
                    </p:nvGrpSpPr>
                    <p:grpSpPr>
                      <a:xfrm>
                        <a:off x="2638" y="2470"/>
                        <a:ext cx="482" cy="478"/>
                        <a:chOff x="8304389" y="2157934"/>
                        <a:chExt cx="2017948" cy="2001327"/>
                      </a:xfrm>
                      <a:grpFill/>
                    </p:grpSpPr>
                    <p:sp>
                      <p:nvSpPr>
                        <p:cNvPr id="1741" name="立方体 1740"/>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42" name="立方体 1741"/>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43" name="立方体 1742"/>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44" name="立方体 1743"/>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45" name="立方体 1744"/>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46" name="立方体 1745"/>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47" name="立方体 1746"/>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48" name="立方体 1747"/>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49" name="立方体 1748"/>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750" name="组合 1749"/>
                  <p:cNvGrpSpPr/>
                  <p:nvPr/>
                </p:nvGrpSpPr>
                <p:grpSpPr>
                  <a:xfrm>
                    <a:off x="1266" y="2897"/>
                    <a:ext cx="1854" cy="478"/>
                    <a:chOff x="1266" y="2470"/>
                    <a:chExt cx="1854" cy="478"/>
                  </a:xfrm>
                  <a:grpFill/>
                </p:grpSpPr>
                <p:grpSp>
                  <p:nvGrpSpPr>
                    <p:cNvPr id="1751" name="组合 1750"/>
                    <p:cNvGrpSpPr>
                      <a:grpSpLocks noChangeAspect="1"/>
                    </p:cNvGrpSpPr>
                    <p:nvPr/>
                  </p:nvGrpSpPr>
                  <p:grpSpPr>
                    <a:xfrm>
                      <a:off x="1266" y="2470"/>
                      <a:ext cx="482" cy="478"/>
                      <a:chOff x="8304389" y="2157934"/>
                      <a:chExt cx="2017948" cy="2001327"/>
                    </a:xfrm>
                    <a:grpFill/>
                  </p:grpSpPr>
                  <p:sp>
                    <p:nvSpPr>
                      <p:cNvPr id="1752" name="立方体 1751"/>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53" name="立方体 1752"/>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54" name="立方体 1753"/>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55" name="立方体 1754"/>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56" name="立方体 1755"/>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57" name="立方体 1756"/>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58" name="立方体 1757"/>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59" name="立方体 1758"/>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60" name="立方体 1759"/>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61" name="组合 1760"/>
                    <p:cNvGrpSpPr>
                      <a:grpSpLocks noChangeAspect="1"/>
                    </p:cNvGrpSpPr>
                    <p:nvPr/>
                  </p:nvGrpSpPr>
                  <p:grpSpPr>
                    <a:xfrm>
                      <a:off x="1730" y="2470"/>
                      <a:ext cx="482" cy="478"/>
                      <a:chOff x="8304389" y="2157934"/>
                      <a:chExt cx="2017948" cy="2001327"/>
                    </a:xfrm>
                    <a:grpFill/>
                  </p:grpSpPr>
                  <p:sp>
                    <p:nvSpPr>
                      <p:cNvPr id="1762" name="立方体 1761"/>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63" name="立方体 1762"/>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64" name="立方体 1763"/>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65" name="立方体 1764"/>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66" name="立方体 1765"/>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67" name="立方体 1766"/>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68" name="立方体 1767"/>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69" name="立方体 1768"/>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70" name="立方体 1769"/>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71" name="组合 1770"/>
                    <p:cNvGrpSpPr>
                      <a:grpSpLocks noChangeAspect="1"/>
                    </p:cNvGrpSpPr>
                    <p:nvPr/>
                  </p:nvGrpSpPr>
                  <p:grpSpPr>
                    <a:xfrm>
                      <a:off x="2186" y="2470"/>
                      <a:ext cx="482" cy="478"/>
                      <a:chOff x="8304389" y="2157934"/>
                      <a:chExt cx="2017948" cy="2001327"/>
                    </a:xfrm>
                    <a:grpFill/>
                  </p:grpSpPr>
                  <p:sp>
                    <p:nvSpPr>
                      <p:cNvPr id="1772" name="立方体 1771"/>
                      <p:cNvSpPr>
                        <a:spLocks noChangeAspect="1"/>
                      </p:cNvSpPr>
                      <p:nvPr/>
                    </p:nvSpPr>
                    <p:spPr>
                      <a:xfrm>
                        <a:off x="8320453" y="3338112"/>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73" name="立方体 1772"/>
                      <p:cNvSpPr>
                        <a:spLocks noChangeAspect="1"/>
                      </p:cNvSpPr>
                      <p:nvPr/>
                    </p:nvSpPr>
                    <p:spPr>
                      <a:xfrm>
                        <a:off x="8919821" y="3372128"/>
                        <a:ext cx="791270" cy="787133"/>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74" name="立方体 1773"/>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75" name="立方体 1774"/>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76" name="立方体 1775"/>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77" name="立方体 1776"/>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78" name="立方体 1777"/>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79" name="立方体 1778"/>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80" name="立方体 1779"/>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81" name="组合 1780"/>
                    <p:cNvGrpSpPr>
                      <a:grpSpLocks noChangeAspect="1"/>
                    </p:cNvGrpSpPr>
                    <p:nvPr/>
                  </p:nvGrpSpPr>
                  <p:grpSpPr>
                    <a:xfrm>
                      <a:off x="2638" y="2470"/>
                      <a:ext cx="482" cy="478"/>
                      <a:chOff x="8304389" y="2157934"/>
                      <a:chExt cx="2017948" cy="2001327"/>
                    </a:xfrm>
                    <a:grpFill/>
                  </p:grpSpPr>
                  <p:sp>
                    <p:nvSpPr>
                      <p:cNvPr id="1782" name="立方体 1781"/>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83" name="立方体 1782"/>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84" name="立方体 1783"/>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85" name="立方体 1784"/>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86" name="立方体 1785"/>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87" name="立方体 1786"/>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88" name="立方体 1787"/>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89" name="立方体 1788"/>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90" name="立方体 1789"/>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791" name="组合 1790"/>
                  <p:cNvGrpSpPr/>
                  <p:nvPr/>
                </p:nvGrpSpPr>
                <p:grpSpPr>
                  <a:xfrm>
                    <a:off x="1266" y="2470"/>
                    <a:ext cx="1854" cy="478"/>
                    <a:chOff x="1266" y="2470"/>
                    <a:chExt cx="1854" cy="478"/>
                  </a:xfrm>
                  <a:grpFill/>
                </p:grpSpPr>
                <p:grpSp>
                  <p:nvGrpSpPr>
                    <p:cNvPr id="1792" name="组合 1791"/>
                    <p:cNvGrpSpPr>
                      <a:grpSpLocks noChangeAspect="1"/>
                    </p:cNvGrpSpPr>
                    <p:nvPr/>
                  </p:nvGrpSpPr>
                  <p:grpSpPr>
                    <a:xfrm>
                      <a:off x="1266" y="2470"/>
                      <a:ext cx="482" cy="478"/>
                      <a:chOff x="8304389" y="2157934"/>
                      <a:chExt cx="2017948" cy="2001327"/>
                    </a:xfrm>
                    <a:grpFill/>
                  </p:grpSpPr>
                  <p:sp>
                    <p:nvSpPr>
                      <p:cNvPr id="1793" name="立方体 1792"/>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94" name="立方体 1793"/>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95" name="立方体 1794"/>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96" name="立方体 1795"/>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97" name="立方体 1796"/>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98" name="立方体 1797"/>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99" name="立方体 1798"/>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00" name="立方体 1799"/>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01" name="立方体 1800"/>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02" name="组合 1801"/>
                    <p:cNvGrpSpPr>
                      <a:grpSpLocks noChangeAspect="1"/>
                    </p:cNvGrpSpPr>
                    <p:nvPr/>
                  </p:nvGrpSpPr>
                  <p:grpSpPr>
                    <a:xfrm>
                      <a:off x="1730" y="2470"/>
                      <a:ext cx="482" cy="478"/>
                      <a:chOff x="8304389" y="2157934"/>
                      <a:chExt cx="2017948" cy="2001327"/>
                    </a:xfrm>
                    <a:grpFill/>
                  </p:grpSpPr>
                  <p:sp>
                    <p:nvSpPr>
                      <p:cNvPr id="1803" name="立方体 1802"/>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04" name="立方体 1803"/>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05" name="立方体 1804"/>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06" name="立方体 1805"/>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07" name="立方体 1806"/>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08" name="立方体 1807"/>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09" name="立方体 1808"/>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10" name="立方体 1809"/>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11" name="立方体 1810"/>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12" name="组合 1811"/>
                    <p:cNvGrpSpPr>
                      <a:grpSpLocks noChangeAspect="1"/>
                    </p:cNvGrpSpPr>
                    <p:nvPr/>
                  </p:nvGrpSpPr>
                  <p:grpSpPr>
                    <a:xfrm>
                      <a:off x="2186" y="2470"/>
                      <a:ext cx="482" cy="478"/>
                      <a:chOff x="8304389" y="2157934"/>
                      <a:chExt cx="2017948" cy="2001327"/>
                    </a:xfrm>
                    <a:grpFill/>
                  </p:grpSpPr>
                  <p:sp>
                    <p:nvSpPr>
                      <p:cNvPr id="1813" name="立方体 1812"/>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14" name="立方体 1813"/>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15" name="立方体 1814"/>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16" name="立方体 1815"/>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17" name="立方体 1816"/>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18" name="立方体 1817"/>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19" name="立方体 1818"/>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20" name="立方体 1819"/>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21" name="立方体 1820"/>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22" name="组合 1821"/>
                    <p:cNvGrpSpPr>
                      <a:grpSpLocks noChangeAspect="1"/>
                    </p:cNvGrpSpPr>
                    <p:nvPr/>
                  </p:nvGrpSpPr>
                  <p:grpSpPr>
                    <a:xfrm>
                      <a:off x="2638" y="2470"/>
                      <a:ext cx="482" cy="478"/>
                      <a:chOff x="8304389" y="2157934"/>
                      <a:chExt cx="2017948" cy="2001327"/>
                    </a:xfrm>
                    <a:grpFill/>
                  </p:grpSpPr>
                  <p:sp>
                    <p:nvSpPr>
                      <p:cNvPr id="1823" name="立方体 1822"/>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24" name="立方体 1823"/>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25" name="立方体 1824"/>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26" name="立方体 1825"/>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27" name="立方体 1826"/>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28" name="立方体 1827"/>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29" name="立方体 1828"/>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30" name="立方体 1829"/>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31" name="立方体 1830"/>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832" name="组合 1831"/>
                <p:cNvGrpSpPr/>
                <p:nvPr/>
              </p:nvGrpSpPr>
              <p:grpSpPr>
                <a:xfrm rot="0">
                  <a:off x="6627" y="9765"/>
                  <a:ext cx="959" cy="882"/>
                  <a:chOff x="7064" y="7226"/>
                  <a:chExt cx="1713" cy="1497"/>
                </a:xfrm>
              </p:grpSpPr>
              <p:grpSp>
                <p:nvGrpSpPr>
                  <p:cNvPr id="1833" name="组合 1832"/>
                  <p:cNvGrpSpPr/>
                  <p:nvPr/>
                </p:nvGrpSpPr>
                <p:grpSpPr>
                  <a:xfrm rot="0">
                    <a:off x="7569" y="7226"/>
                    <a:ext cx="1209" cy="1092"/>
                    <a:chOff x="1262" y="2470"/>
                    <a:chExt cx="1858" cy="1780"/>
                  </a:xfrm>
                  <a:solidFill>
                    <a:schemeClr val="accent2">
                      <a:lumMod val="60000"/>
                      <a:lumOff val="40000"/>
                    </a:schemeClr>
                  </a:solidFill>
                </p:grpSpPr>
                <p:grpSp>
                  <p:nvGrpSpPr>
                    <p:cNvPr id="1834" name="组合 1833"/>
                    <p:cNvGrpSpPr/>
                    <p:nvPr/>
                  </p:nvGrpSpPr>
                  <p:grpSpPr>
                    <a:xfrm>
                      <a:off x="1262" y="3346"/>
                      <a:ext cx="1854" cy="905"/>
                      <a:chOff x="1199" y="3409"/>
                      <a:chExt cx="1854" cy="905"/>
                    </a:xfrm>
                    <a:grpFill/>
                  </p:grpSpPr>
                  <p:grpSp>
                    <p:nvGrpSpPr>
                      <p:cNvPr id="1835" name="组合 1834"/>
                      <p:cNvGrpSpPr/>
                      <p:nvPr/>
                    </p:nvGrpSpPr>
                    <p:grpSpPr>
                      <a:xfrm>
                        <a:off x="1199" y="3836"/>
                        <a:ext cx="1854" cy="478"/>
                        <a:chOff x="1266" y="2470"/>
                        <a:chExt cx="1854" cy="478"/>
                      </a:xfrm>
                      <a:grpFill/>
                    </p:grpSpPr>
                    <p:grpSp>
                      <p:nvGrpSpPr>
                        <p:cNvPr id="1836" name="组合 1835"/>
                        <p:cNvGrpSpPr>
                          <a:grpSpLocks noChangeAspect="1"/>
                        </p:cNvGrpSpPr>
                        <p:nvPr/>
                      </p:nvGrpSpPr>
                      <p:grpSpPr>
                        <a:xfrm>
                          <a:off x="1266" y="2470"/>
                          <a:ext cx="482" cy="478"/>
                          <a:chOff x="8304389" y="2157934"/>
                          <a:chExt cx="2017948" cy="2001327"/>
                        </a:xfrm>
                        <a:grpFill/>
                      </p:grpSpPr>
                      <p:sp>
                        <p:nvSpPr>
                          <p:cNvPr id="1837" name="立方体 1836"/>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38" name="立方体 1837"/>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39" name="立方体 1838"/>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40" name="立方体 1839"/>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41" name="立方体 1840"/>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42" name="立方体 1841"/>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43" name="立方体 1842"/>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44" name="立方体 1843"/>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45" name="立方体 1844"/>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46" name="组合 1845"/>
                        <p:cNvGrpSpPr>
                          <a:grpSpLocks noChangeAspect="1"/>
                        </p:cNvGrpSpPr>
                        <p:nvPr/>
                      </p:nvGrpSpPr>
                      <p:grpSpPr>
                        <a:xfrm>
                          <a:off x="1730" y="2470"/>
                          <a:ext cx="482" cy="478"/>
                          <a:chOff x="8304389" y="2157934"/>
                          <a:chExt cx="2017948" cy="2001327"/>
                        </a:xfrm>
                        <a:grpFill/>
                      </p:grpSpPr>
                      <p:sp>
                        <p:nvSpPr>
                          <p:cNvPr id="1847" name="立方体 1846"/>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48" name="立方体 1847"/>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49" name="立方体 1848"/>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50" name="立方体 1849"/>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51" name="立方体 1850"/>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52" name="立方体 1851"/>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53" name="立方体 1852"/>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54" name="立方体 1853"/>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55" name="立方体 1854"/>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56" name="组合 1855"/>
                        <p:cNvGrpSpPr>
                          <a:grpSpLocks noChangeAspect="1"/>
                        </p:cNvGrpSpPr>
                        <p:nvPr/>
                      </p:nvGrpSpPr>
                      <p:grpSpPr>
                        <a:xfrm>
                          <a:off x="2186" y="2470"/>
                          <a:ext cx="482" cy="478"/>
                          <a:chOff x="8304389" y="2157934"/>
                          <a:chExt cx="2017948" cy="2001327"/>
                        </a:xfrm>
                        <a:grpFill/>
                      </p:grpSpPr>
                      <p:sp>
                        <p:nvSpPr>
                          <p:cNvPr id="1857" name="立方体 1856"/>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58" name="立方体 1857"/>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59" name="立方体 1858"/>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60" name="立方体 1859"/>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61" name="立方体 1860"/>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62" name="立方体 1861"/>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63" name="立方体 1862"/>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64" name="立方体 1863"/>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65" name="立方体 1864"/>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66" name="组合 1865"/>
                        <p:cNvGrpSpPr>
                          <a:grpSpLocks noChangeAspect="1"/>
                        </p:cNvGrpSpPr>
                        <p:nvPr/>
                      </p:nvGrpSpPr>
                      <p:grpSpPr>
                        <a:xfrm>
                          <a:off x="2638" y="2470"/>
                          <a:ext cx="482" cy="478"/>
                          <a:chOff x="8304389" y="2157934"/>
                          <a:chExt cx="2017948" cy="2001327"/>
                        </a:xfrm>
                        <a:grpFill/>
                      </p:grpSpPr>
                      <p:sp>
                        <p:nvSpPr>
                          <p:cNvPr id="1867" name="立方体 1866"/>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68" name="立方体 1867"/>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69" name="立方体 1868"/>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70" name="立方体 1869"/>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71" name="立方体 1870"/>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72" name="立方体 1871"/>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73" name="立方体 1872"/>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74" name="立方体 1873"/>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75" name="立方体 1874"/>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876" name="组合 1875"/>
                      <p:cNvGrpSpPr/>
                      <p:nvPr/>
                    </p:nvGrpSpPr>
                    <p:grpSpPr>
                      <a:xfrm>
                        <a:off x="1199" y="3409"/>
                        <a:ext cx="1854" cy="478"/>
                        <a:chOff x="1266" y="2470"/>
                        <a:chExt cx="1854" cy="478"/>
                      </a:xfrm>
                      <a:grpFill/>
                    </p:grpSpPr>
                    <p:grpSp>
                      <p:nvGrpSpPr>
                        <p:cNvPr id="1877" name="组合 1876"/>
                        <p:cNvGrpSpPr>
                          <a:grpSpLocks noChangeAspect="1"/>
                        </p:cNvGrpSpPr>
                        <p:nvPr/>
                      </p:nvGrpSpPr>
                      <p:grpSpPr>
                        <a:xfrm>
                          <a:off x="1266" y="2470"/>
                          <a:ext cx="482" cy="478"/>
                          <a:chOff x="8304389" y="2157934"/>
                          <a:chExt cx="2017948" cy="2001327"/>
                        </a:xfrm>
                        <a:grpFill/>
                      </p:grpSpPr>
                      <p:sp>
                        <p:nvSpPr>
                          <p:cNvPr id="1878" name="立方体 1877"/>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79" name="立方体 1878"/>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80" name="立方体 1879"/>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81" name="立方体 1880"/>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82" name="立方体 1881"/>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83" name="立方体 1882"/>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84" name="立方体 1883"/>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85" name="立方体 1884"/>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86" name="立方体 1885"/>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87" name="组合 1886"/>
                        <p:cNvGrpSpPr>
                          <a:grpSpLocks noChangeAspect="1"/>
                        </p:cNvGrpSpPr>
                        <p:nvPr/>
                      </p:nvGrpSpPr>
                      <p:grpSpPr>
                        <a:xfrm>
                          <a:off x="1730" y="2470"/>
                          <a:ext cx="482" cy="478"/>
                          <a:chOff x="8304389" y="2157934"/>
                          <a:chExt cx="2017948" cy="2001327"/>
                        </a:xfrm>
                        <a:grpFill/>
                      </p:grpSpPr>
                      <p:sp>
                        <p:nvSpPr>
                          <p:cNvPr id="1888" name="立方体 1887"/>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89" name="立方体 1888"/>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90" name="立方体 1889"/>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91" name="立方体 1890"/>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92" name="立方体 1891"/>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93" name="立方体 1892"/>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94" name="立方体 1893"/>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95" name="立方体 1894"/>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96" name="立方体 1895"/>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97" name="组合 1896"/>
                        <p:cNvGrpSpPr>
                          <a:grpSpLocks noChangeAspect="1"/>
                        </p:cNvGrpSpPr>
                        <p:nvPr/>
                      </p:nvGrpSpPr>
                      <p:grpSpPr>
                        <a:xfrm>
                          <a:off x="2186" y="2470"/>
                          <a:ext cx="482" cy="478"/>
                          <a:chOff x="8304389" y="2157934"/>
                          <a:chExt cx="2017948" cy="2001327"/>
                        </a:xfrm>
                        <a:grpFill/>
                      </p:grpSpPr>
                      <p:sp>
                        <p:nvSpPr>
                          <p:cNvPr id="1898" name="立方体 1897"/>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99" name="立方体 1898"/>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00" name="立方体 1899"/>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01" name="立方体 1900"/>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02" name="立方体 1901"/>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03" name="立方体 1902"/>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04" name="立方体 1903"/>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05" name="立方体 1904"/>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06" name="立方体 1905"/>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07" name="组合 1906"/>
                        <p:cNvGrpSpPr>
                          <a:grpSpLocks noChangeAspect="1"/>
                        </p:cNvGrpSpPr>
                        <p:nvPr/>
                      </p:nvGrpSpPr>
                      <p:grpSpPr>
                        <a:xfrm>
                          <a:off x="2638" y="2470"/>
                          <a:ext cx="482" cy="478"/>
                          <a:chOff x="8304389" y="2157934"/>
                          <a:chExt cx="2017948" cy="2001327"/>
                        </a:xfrm>
                        <a:grpFill/>
                      </p:grpSpPr>
                      <p:sp>
                        <p:nvSpPr>
                          <p:cNvPr id="1908" name="立方体 1907"/>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09" name="立方体 1908"/>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10" name="立方体 1909"/>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11" name="立方体 1910"/>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12" name="立方体 1911"/>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13" name="立方体 1912"/>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14" name="立方体 1913"/>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15" name="立方体 1914"/>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16" name="立方体 1915"/>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917" name="组合 1916"/>
                    <p:cNvGrpSpPr/>
                    <p:nvPr/>
                  </p:nvGrpSpPr>
                  <p:grpSpPr>
                    <a:xfrm>
                      <a:off x="1266" y="2897"/>
                      <a:ext cx="1854" cy="478"/>
                      <a:chOff x="1266" y="2470"/>
                      <a:chExt cx="1854" cy="478"/>
                    </a:xfrm>
                    <a:grpFill/>
                  </p:grpSpPr>
                  <p:grpSp>
                    <p:nvGrpSpPr>
                      <p:cNvPr id="1918" name="组合 1917"/>
                      <p:cNvGrpSpPr>
                        <a:grpSpLocks noChangeAspect="1"/>
                      </p:cNvGrpSpPr>
                      <p:nvPr/>
                    </p:nvGrpSpPr>
                    <p:grpSpPr>
                      <a:xfrm>
                        <a:off x="1266" y="2470"/>
                        <a:ext cx="482" cy="478"/>
                        <a:chOff x="8304389" y="2157934"/>
                        <a:chExt cx="2017948" cy="2001327"/>
                      </a:xfrm>
                      <a:grpFill/>
                    </p:grpSpPr>
                    <p:sp>
                      <p:nvSpPr>
                        <p:cNvPr id="1919" name="立方体 1918"/>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20" name="立方体 1919"/>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21" name="立方体 1920"/>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22" name="立方体 1921"/>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23" name="立方体 1922"/>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24" name="立方体 1923"/>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25" name="立方体 1924"/>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26" name="立方体 1925"/>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27" name="立方体 1926"/>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28" name="组合 1927"/>
                      <p:cNvGrpSpPr>
                        <a:grpSpLocks noChangeAspect="1"/>
                      </p:cNvGrpSpPr>
                      <p:nvPr/>
                    </p:nvGrpSpPr>
                    <p:grpSpPr>
                      <a:xfrm>
                        <a:off x="1730" y="2470"/>
                        <a:ext cx="482" cy="478"/>
                        <a:chOff x="8304389" y="2157934"/>
                        <a:chExt cx="2017948" cy="2001327"/>
                      </a:xfrm>
                      <a:grpFill/>
                    </p:grpSpPr>
                    <p:sp>
                      <p:nvSpPr>
                        <p:cNvPr id="1929" name="立方体 1928"/>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30" name="立方体 1929"/>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31" name="立方体 1930"/>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32" name="立方体 1931"/>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33" name="立方体 1932"/>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34" name="立方体 1933"/>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35" name="立方体 1934"/>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36" name="立方体 1935"/>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37" name="立方体 1936"/>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38" name="组合 1937"/>
                      <p:cNvGrpSpPr>
                        <a:grpSpLocks noChangeAspect="1"/>
                      </p:cNvGrpSpPr>
                      <p:nvPr/>
                    </p:nvGrpSpPr>
                    <p:grpSpPr>
                      <a:xfrm>
                        <a:off x="2186" y="2470"/>
                        <a:ext cx="482" cy="478"/>
                        <a:chOff x="8304389" y="2157934"/>
                        <a:chExt cx="2017948" cy="2001327"/>
                      </a:xfrm>
                      <a:grpFill/>
                    </p:grpSpPr>
                    <p:sp>
                      <p:nvSpPr>
                        <p:cNvPr id="1939" name="立方体 1938"/>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40" name="立方体 1939"/>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41" name="立方体 1940"/>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42" name="立方体 1941"/>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43" name="立方体 1942"/>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44" name="立方体 1943"/>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45" name="立方体 1944"/>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46" name="立方体 1945"/>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47" name="立方体 1946"/>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48" name="组合 1947"/>
                      <p:cNvGrpSpPr>
                        <a:grpSpLocks noChangeAspect="1"/>
                      </p:cNvGrpSpPr>
                      <p:nvPr/>
                    </p:nvGrpSpPr>
                    <p:grpSpPr>
                      <a:xfrm>
                        <a:off x="2638" y="2470"/>
                        <a:ext cx="482" cy="478"/>
                        <a:chOff x="8304389" y="2157934"/>
                        <a:chExt cx="2017948" cy="2001327"/>
                      </a:xfrm>
                      <a:grpFill/>
                    </p:grpSpPr>
                    <p:sp>
                      <p:nvSpPr>
                        <p:cNvPr id="1949" name="立方体 1948"/>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50" name="立方体 1949"/>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51" name="立方体 1950"/>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52" name="立方体 1951"/>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53" name="立方体 1952"/>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54" name="立方体 1953"/>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55" name="立方体 1954"/>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56" name="立方体 1955"/>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57" name="立方体 1956"/>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958" name="组合 1957"/>
                    <p:cNvGrpSpPr/>
                    <p:nvPr/>
                  </p:nvGrpSpPr>
                  <p:grpSpPr>
                    <a:xfrm>
                      <a:off x="1266" y="2470"/>
                      <a:ext cx="1854" cy="478"/>
                      <a:chOff x="1266" y="2470"/>
                      <a:chExt cx="1854" cy="478"/>
                    </a:xfrm>
                    <a:grpFill/>
                  </p:grpSpPr>
                  <p:grpSp>
                    <p:nvGrpSpPr>
                      <p:cNvPr id="1959" name="组合 1958"/>
                      <p:cNvGrpSpPr>
                        <a:grpSpLocks noChangeAspect="1"/>
                      </p:cNvGrpSpPr>
                      <p:nvPr/>
                    </p:nvGrpSpPr>
                    <p:grpSpPr>
                      <a:xfrm>
                        <a:off x="1266" y="2470"/>
                        <a:ext cx="482" cy="478"/>
                        <a:chOff x="8304389" y="2157934"/>
                        <a:chExt cx="2017948" cy="2001327"/>
                      </a:xfrm>
                      <a:grpFill/>
                    </p:grpSpPr>
                    <p:sp>
                      <p:nvSpPr>
                        <p:cNvPr id="1960" name="立方体 1959"/>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61" name="立方体 1960"/>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62" name="立方体 1961"/>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63" name="立方体 1962"/>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64" name="立方体 1963"/>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65" name="立方体 1964"/>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66" name="立方体 1965"/>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67" name="立方体 1966"/>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68" name="立方体 1967"/>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69" name="组合 1968"/>
                      <p:cNvGrpSpPr>
                        <a:grpSpLocks noChangeAspect="1"/>
                      </p:cNvGrpSpPr>
                      <p:nvPr/>
                    </p:nvGrpSpPr>
                    <p:grpSpPr>
                      <a:xfrm>
                        <a:off x="1730" y="2470"/>
                        <a:ext cx="482" cy="478"/>
                        <a:chOff x="8304389" y="2157934"/>
                        <a:chExt cx="2017948" cy="2001327"/>
                      </a:xfrm>
                      <a:grpFill/>
                    </p:grpSpPr>
                    <p:sp>
                      <p:nvSpPr>
                        <p:cNvPr id="1970" name="立方体 1969"/>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71" name="立方体 1970"/>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72" name="立方体 1971"/>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73" name="立方体 1972"/>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74" name="立方体 1973"/>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75" name="立方体 1974"/>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76" name="立方体 1975"/>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77" name="立方体 1976"/>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78" name="立方体 1977"/>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79" name="组合 1978"/>
                      <p:cNvGrpSpPr>
                        <a:grpSpLocks noChangeAspect="1"/>
                      </p:cNvGrpSpPr>
                      <p:nvPr/>
                    </p:nvGrpSpPr>
                    <p:grpSpPr>
                      <a:xfrm>
                        <a:off x="2186" y="2470"/>
                        <a:ext cx="482" cy="478"/>
                        <a:chOff x="8304389" y="2157934"/>
                        <a:chExt cx="2017948" cy="2001327"/>
                      </a:xfrm>
                      <a:grpFill/>
                    </p:grpSpPr>
                    <p:sp>
                      <p:nvSpPr>
                        <p:cNvPr id="1980" name="立方体 1979"/>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81" name="立方体 1980"/>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82" name="立方体 1981"/>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83" name="立方体 1982"/>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84" name="立方体 1983"/>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85" name="立方体 1984"/>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86" name="立方体 1985"/>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87" name="立方体 1986"/>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88" name="立方体 1987"/>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89" name="组合 1988"/>
                      <p:cNvGrpSpPr>
                        <a:grpSpLocks noChangeAspect="1"/>
                      </p:cNvGrpSpPr>
                      <p:nvPr/>
                    </p:nvGrpSpPr>
                    <p:grpSpPr>
                      <a:xfrm>
                        <a:off x="2638" y="2470"/>
                        <a:ext cx="482" cy="478"/>
                        <a:chOff x="8304389" y="2157934"/>
                        <a:chExt cx="2017948" cy="2001327"/>
                      </a:xfrm>
                      <a:grpFill/>
                    </p:grpSpPr>
                    <p:sp>
                      <p:nvSpPr>
                        <p:cNvPr id="1990" name="立方体 1989"/>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91" name="立方体 1990"/>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92" name="立方体 1991"/>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93" name="立方体 1992"/>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94" name="立方体 1993"/>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95" name="立方体 1994"/>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96" name="立方体 1995"/>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97" name="立方体 1996"/>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98" name="立方体 1997"/>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999" name="组合 1998"/>
                  <p:cNvGrpSpPr/>
                  <p:nvPr/>
                </p:nvGrpSpPr>
                <p:grpSpPr>
                  <a:xfrm rot="0">
                    <a:off x="7288" y="7395"/>
                    <a:ext cx="1209" cy="1092"/>
                    <a:chOff x="1262" y="2470"/>
                    <a:chExt cx="1858" cy="1781"/>
                  </a:xfrm>
                  <a:solidFill>
                    <a:schemeClr val="tx2">
                      <a:lumMod val="40000"/>
                      <a:lumOff val="60000"/>
                    </a:schemeClr>
                  </a:solidFill>
                </p:grpSpPr>
                <p:grpSp>
                  <p:nvGrpSpPr>
                    <p:cNvPr id="2000" name="组合 1999"/>
                    <p:cNvGrpSpPr/>
                    <p:nvPr/>
                  </p:nvGrpSpPr>
                  <p:grpSpPr>
                    <a:xfrm>
                      <a:off x="1262" y="3346"/>
                      <a:ext cx="1854" cy="905"/>
                      <a:chOff x="1199" y="3409"/>
                      <a:chExt cx="1854" cy="905"/>
                    </a:xfrm>
                    <a:grpFill/>
                  </p:grpSpPr>
                  <p:grpSp>
                    <p:nvGrpSpPr>
                      <p:cNvPr id="2001" name="组合 2000"/>
                      <p:cNvGrpSpPr/>
                      <p:nvPr/>
                    </p:nvGrpSpPr>
                    <p:grpSpPr>
                      <a:xfrm>
                        <a:off x="1199" y="3836"/>
                        <a:ext cx="1854" cy="478"/>
                        <a:chOff x="1266" y="2470"/>
                        <a:chExt cx="1854" cy="478"/>
                      </a:xfrm>
                      <a:grpFill/>
                    </p:grpSpPr>
                    <p:grpSp>
                      <p:nvGrpSpPr>
                        <p:cNvPr id="2002" name="组合 2001"/>
                        <p:cNvGrpSpPr>
                          <a:grpSpLocks noChangeAspect="1"/>
                        </p:cNvGrpSpPr>
                        <p:nvPr/>
                      </p:nvGrpSpPr>
                      <p:grpSpPr>
                        <a:xfrm>
                          <a:off x="1266" y="2470"/>
                          <a:ext cx="482" cy="478"/>
                          <a:chOff x="8304389" y="2157934"/>
                          <a:chExt cx="2017948" cy="2001327"/>
                        </a:xfrm>
                        <a:grpFill/>
                      </p:grpSpPr>
                      <p:sp>
                        <p:nvSpPr>
                          <p:cNvPr id="2003" name="立方体 2002"/>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04" name="立方体 2003"/>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05" name="立方体 2004"/>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06" name="立方体 2005"/>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07" name="立方体 2006"/>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08" name="立方体 2007"/>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09" name="立方体 2008"/>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10" name="立方体 2009"/>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011" name="立方体 2010"/>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12" name="组合 2011"/>
                        <p:cNvGrpSpPr>
                          <a:grpSpLocks noChangeAspect="1"/>
                        </p:cNvGrpSpPr>
                        <p:nvPr/>
                      </p:nvGrpSpPr>
                      <p:grpSpPr>
                        <a:xfrm>
                          <a:off x="1730" y="2470"/>
                          <a:ext cx="482" cy="478"/>
                          <a:chOff x="8304389" y="2157934"/>
                          <a:chExt cx="2017948" cy="2001327"/>
                        </a:xfrm>
                        <a:grpFill/>
                      </p:grpSpPr>
                      <p:sp>
                        <p:nvSpPr>
                          <p:cNvPr id="2013" name="立方体 2012"/>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14" name="立方体 2013"/>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15" name="立方体 2014"/>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16" name="立方体 2015"/>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17" name="立方体 2016"/>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18" name="立方体 2017"/>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19" name="立方体 2018"/>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20" name="立方体 2019"/>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021" name="立方体 2020"/>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22" name="组合 2021"/>
                        <p:cNvGrpSpPr>
                          <a:grpSpLocks noChangeAspect="1"/>
                        </p:cNvGrpSpPr>
                        <p:nvPr/>
                      </p:nvGrpSpPr>
                      <p:grpSpPr>
                        <a:xfrm>
                          <a:off x="2186" y="2470"/>
                          <a:ext cx="482" cy="478"/>
                          <a:chOff x="8304389" y="2157934"/>
                          <a:chExt cx="2017948" cy="2001327"/>
                        </a:xfrm>
                        <a:grpFill/>
                      </p:grpSpPr>
                      <p:sp>
                        <p:nvSpPr>
                          <p:cNvPr id="2023" name="立方体 2022"/>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24" name="立方体 2023"/>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25" name="立方体 2024"/>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26" name="立方体 2025"/>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27" name="立方体 2026"/>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28" name="立方体 2027"/>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29" name="立方体 2028"/>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30" name="立方体 2029"/>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031" name="立方体 2030"/>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32" name="组合 2031"/>
                        <p:cNvGrpSpPr>
                          <a:grpSpLocks noChangeAspect="1"/>
                        </p:cNvGrpSpPr>
                        <p:nvPr/>
                      </p:nvGrpSpPr>
                      <p:grpSpPr>
                        <a:xfrm>
                          <a:off x="2638" y="2470"/>
                          <a:ext cx="482" cy="478"/>
                          <a:chOff x="8304389" y="2157934"/>
                          <a:chExt cx="2017948" cy="2001327"/>
                        </a:xfrm>
                        <a:grpFill/>
                      </p:grpSpPr>
                      <p:sp>
                        <p:nvSpPr>
                          <p:cNvPr id="2033" name="立方体 2032"/>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34" name="立方体 2033"/>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35" name="立方体 2034"/>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36" name="立方体 2035"/>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37" name="立方体 2036"/>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38" name="立方体 2037"/>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39" name="立方体 2038"/>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40" name="立方体 2039"/>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041" name="立方体 2040"/>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2042" name="组合 2041"/>
                      <p:cNvGrpSpPr/>
                      <p:nvPr/>
                    </p:nvGrpSpPr>
                    <p:grpSpPr>
                      <a:xfrm>
                        <a:off x="1199" y="3409"/>
                        <a:ext cx="1854" cy="478"/>
                        <a:chOff x="1266" y="2470"/>
                        <a:chExt cx="1854" cy="478"/>
                      </a:xfrm>
                      <a:grpFill/>
                    </p:grpSpPr>
                    <p:grpSp>
                      <p:nvGrpSpPr>
                        <p:cNvPr id="2043" name="组合 2042"/>
                        <p:cNvGrpSpPr>
                          <a:grpSpLocks noChangeAspect="1"/>
                        </p:cNvGrpSpPr>
                        <p:nvPr/>
                      </p:nvGrpSpPr>
                      <p:grpSpPr>
                        <a:xfrm>
                          <a:off x="1266" y="2470"/>
                          <a:ext cx="482" cy="478"/>
                          <a:chOff x="8304389" y="2157934"/>
                          <a:chExt cx="2017948" cy="2001327"/>
                        </a:xfrm>
                        <a:grpFill/>
                      </p:grpSpPr>
                      <p:sp>
                        <p:nvSpPr>
                          <p:cNvPr id="2044" name="立方体 2043"/>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45" name="立方体 2044"/>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46" name="立方体 2045"/>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47" name="立方体 2046"/>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48" name="立方体 2047"/>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49" name="立方体 2048"/>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50" name="立方体 2049"/>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51" name="立方体 2050"/>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052" name="立方体 2051"/>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53" name="组合 2052"/>
                        <p:cNvGrpSpPr>
                          <a:grpSpLocks noChangeAspect="1"/>
                        </p:cNvGrpSpPr>
                        <p:nvPr/>
                      </p:nvGrpSpPr>
                      <p:grpSpPr>
                        <a:xfrm>
                          <a:off x="1730" y="2470"/>
                          <a:ext cx="482" cy="478"/>
                          <a:chOff x="8304389" y="2157934"/>
                          <a:chExt cx="2017948" cy="2001327"/>
                        </a:xfrm>
                        <a:grpFill/>
                      </p:grpSpPr>
                      <p:sp>
                        <p:nvSpPr>
                          <p:cNvPr id="2054" name="立方体 2053"/>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55" name="立方体 2054"/>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56" name="立方体 2055"/>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57" name="立方体 2056"/>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58" name="立方体 2057"/>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59" name="立方体 2058"/>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60" name="立方体 2059"/>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61" name="立方体 2060"/>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062" name="立方体 2061"/>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63" name="组合 2062"/>
                        <p:cNvGrpSpPr>
                          <a:grpSpLocks noChangeAspect="1"/>
                        </p:cNvGrpSpPr>
                        <p:nvPr/>
                      </p:nvGrpSpPr>
                      <p:grpSpPr>
                        <a:xfrm>
                          <a:off x="2186" y="2470"/>
                          <a:ext cx="482" cy="478"/>
                          <a:chOff x="8304389" y="2157934"/>
                          <a:chExt cx="2017948" cy="2001327"/>
                        </a:xfrm>
                        <a:grpFill/>
                      </p:grpSpPr>
                      <p:sp>
                        <p:nvSpPr>
                          <p:cNvPr id="2064" name="立方体 2063"/>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65" name="立方体 2064"/>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66" name="立方体 2065"/>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67" name="立方体 2066"/>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68" name="立方体 2067"/>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69" name="立方体 2068"/>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70" name="立方体 2069"/>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71" name="立方体 2070"/>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072" name="立方体 2071"/>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73" name="组合 2072"/>
                        <p:cNvGrpSpPr>
                          <a:grpSpLocks noChangeAspect="1"/>
                        </p:cNvGrpSpPr>
                        <p:nvPr/>
                      </p:nvGrpSpPr>
                      <p:grpSpPr>
                        <a:xfrm>
                          <a:off x="2638" y="2470"/>
                          <a:ext cx="482" cy="478"/>
                          <a:chOff x="8304389" y="2157934"/>
                          <a:chExt cx="2017948" cy="2001327"/>
                        </a:xfrm>
                        <a:grpFill/>
                      </p:grpSpPr>
                      <p:sp>
                        <p:nvSpPr>
                          <p:cNvPr id="2074" name="立方体 2073"/>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75" name="立方体 2074"/>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76" name="立方体 2075"/>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77" name="立方体 2076"/>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78" name="立方体 2077"/>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79" name="立方体 2078"/>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80" name="立方体 2079"/>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81" name="立方体 2080"/>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082" name="立方体 2081"/>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2083" name="组合 2082"/>
                    <p:cNvGrpSpPr/>
                    <p:nvPr/>
                  </p:nvGrpSpPr>
                  <p:grpSpPr>
                    <a:xfrm>
                      <a:off x="1266" y="2897"/>
                      <a:ext cx="1854" cy="478"/>
                      <a:chOff x="1266" y="2470"/>
                      <a:chExt cx="1854" cy="478"/>
                    </a:xfrm>
                    <a:grpFill/>
                  </p:grpSpPr>
                  <p:grpSp>
                    <p:nvGrpSpPr>
                      <p:cNvPr id="2084" name="组合 2083"/>
                      <p:cNvGrpSpPr>
                        <a:grpSpLocks noChangeAspect="1"/>
                      </p:cNvGrpSpPr>
                      <p:nvPr/>
                    </p:nvGrpSpPr>
                    <p:grpSpPr>
                      <a:xfrm>
                        <a:off x="1266" y="2470"/>
                        <a:ext cx="482" cy="478"/>
                        <a:chOff x="8304389" y="2157934"/>
                        <a:chExt cx="2017948" cy="2001327"/>
                      </a:xfrm>
                      <a:grpFill/>
                    </p:grpSpPr>
                    <p:sp>
                      <p:nvSpPr>
                        <p:cNvPr id="2085" name="立方体 2084"/>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86" name="立方体 2085"/>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87" name="立方体 2086"/>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88" name="立方体 2087"/>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89" name="立方体 2088"/>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90" name="立方体 2089"/>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91" name="立方体 2090"/>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92" name="立方体 2091"/>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093" name="立方体 2092"/>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94" name="组合 2093"/>
                      <p:cNvGrpSpPr>
                        <a:grpSpLocks noChangeAspect="1"/>
                      </p:cNvGrpSpPr>
                      <p:nvPr/>
                    </p:nvGrpSpPr>
                    <p:grpSpPr>
                      <a:xfrm>
                        <a:off x="1730" y="2470"/>
                        <a:ext cx="482" cy="478"/>
                        <a:chOff x="8304389" y="2157934"/>
                        <a:chExt cx="2017948" cy="2001327"/>
                      </a:xfrm>
                      <a:grpFill/>
                    </p:grpSpPr>
                    <p:sp>
                      <p:nvSpPr>
                        <p:cNvPr id="2095" name="立方体 2094"/>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96" name="立方体 2095"/>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97" name="立方体 2096"/>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98" name="立方体 2097"/>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99" name="立方体 2098"/>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00" name="立方体 2099"/>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01" name="立方体 2100"/>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02" name="立方体 2101"/>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103" name="立方体 2102"/>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104" name="组合 2103"/>
                      <p:cNvGrpSpPr>
                        <a:grpSpLocks noChangeAspect="1"/>
                      </p:cNvGrpSpPr>
                      <p:nvPr/>
                    </p:nvGrpSpPr>
                    <p:grpSpPr>
                      <a:xfrm>
                        <a:off x="2186" y="2470"/>
                        <a:ext cx="482" cy="478"/>
                        <a:chOff x="8304389" y="2157934"/>
                        <a:chExt cx="2017948" cy="2001327"/>
                      </a:xfrm>
                      <a:grpFill/>
                    </p:grpSpPr>
                    <p:sp>
                      <p:nvSpPr>
                        <p:cNvPr id="2105" name="立方体 2104"/>
                        <p:cNvSpPr>
                          <a:spLocks noChangeAspect="1"/>
                        </p:cNvSpPr>
                        <p:nvPr/>
                      </p:nvSpPr>
                      <p:spPr>
                        <a:xfrm>
                          <a:off x="8320453" y="3338112"/>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06" name="立方体 2105"/>
                        <p:cNvSpPr>
                          <a:spLocks noChangeAspect="1"/>
                        </p:cNvSpPr>
                        <p:nvPr/>
                      </p:nvSpPr>
                      <p:spPr>
                        <a:xfrm>
                          <a:off x="8919821" y="3372128"/>
                          <a:ext cx="791270" cy="787133"/>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07" name="立方体 2106"/>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08" name="立方体 2107"/>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09" name="立方体 2108"/>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10" name="立方体 2109"/>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11" name="立方体 2110"/>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12" name="立方体 2111"/>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113" name="立方体 2112"/>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114" name="组合 2113"/>
                      <p:cNvGrpSpPr>
                        <a:grpSpLocks noChangeAspect="1"/>
                      </p:cNvGrpSpPr>
                      <p:nvPr/>
                    </p:nvGrpSpPr>
                    <p:grpSpPr>
                      <a:xfrm>
                        <a:off x="2638" y="2470"/>
                        <a:ext cx="482" cy="478"/>
                        <a:chOff x="8304389" y="2157934"/>
                        <a:chExt cx="2017948" cy="2001327"/>
                      </a:xfrm>
                      <a:grpFill/>
                    </p:grpSpPr>
                    <p:sp>
                      <p:nvSpPr>
                        <p:cNvPr id="2115" name="立方体 2114"/>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16" name="立方体 2115"/>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17" name="立方体 2116"/>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18" name="立方体 2117"/>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19" name="立方体 2118"/>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20" name="立方体 2119"/>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21" name="立方体 2120"/>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22" name="立方体 2121"/>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123" name="立方体 2122"/>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2124" name="组合 2123"/>
                    <p:cNvGrpSpPr/>
                    <p:nvPr/>
                  </p:nvGrpSpPr>
                  <p:grpSpPr>
                    <a:xfrm>
                      <a:off x="1266" y="2470"/>
                      <a:ext cx="1854" cy="478"/>
                      <a:chOff x="1266" y="2470"/>
                      <a:chExt cx="1854" cy="478"/>
                    </a:xfrm>
                    <a:grpFill/>
                  </p:grpSpPr>
                  <p:grpSp>
                    <p:nvGrpSpPr>
                      <p:cNvPr id="2125" name="组合 2124"/>
                      <p:cNvGrpSpPr>
                        <a:grpSpLocks noChangeAspect="1"/>
                      </p:cNvGrpSpPr>
                      <p:nvPr/>
                    </p:nvGrpSpPr>
                    <p:grpSpPr>
                      <a:xfrm>
                        <a:off x="1266" y="2470"/>
                        <a:ext cx="482" cy="478"/>
                        <a:chOff x="8304389" y="2157934"/>
                        <a:chExt cx="2017948" cy="2001327"/>
                      </a:xfrm>
                      <a:grpFill/>
                    </p:grpSpPr>
                    <p:sp>
                      <p:nvSpPr>
                        <p:cNvPr id="2126" name="立方体 2125"/>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27" name="立方体 2126"/>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28" name="立方体 2127"/>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29" name="立方体 2128"/>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30" name="立方体 2129"/>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31" name="立方体 2130"/>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32" name="立方体 2131"/>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33" name="立方体 2132"/>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134" name="立方体 2133"/>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135" name="组合 2134"/>
                      <p:cNvGrpSpPr>
                        <a:grpSpLocks noChangeAspect="1"/>
                      </p:cNvGrpSpPr>
                      <p:nvPr/>
                    </p:nvGrpSpPr>
                    <p:grpSpPr>
                      <a:xfrm>
                        <a:off x="1730" y="2470"/>
                        <a:ext cx="482" cy="478"/>
                        <a:chOff x="8304389" y="2157934"/>
                        <a:chExt cx="2017948" cy="2001327"/>
                      </a:xfrm>
                      <a:grpFill/>
                    </p:grpSpPr>
                    <p:sp>
                      <p:nvSpPr>
                        <p:cNvPr id="2136" name="立方体 2135"/>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37" name="立方体 2136"/>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38" name="立方体 2137"/>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39" name="立方体 2138"/>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40" name="立方体 2139"/>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41" name="立方体 2140"/>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42" name="立方体 2141"/>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43" name="立方体 2142"/>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144" name="立方体 2143"/>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145" name="组合 2144"/>
                      <p:cNvGrpSpPr>
                        <a:grpSpLocks noChangeAspect="1"/>
                      </p:cNvGrpSpPr>
                      <p:nvPr/>
                    </p:nvGrpSpPr>
                    <p:grpSpPr>
                      <a:xfrm>
                        <a:off x="2186" y="2470"/>
                        <a:ext cx="482" cy="478"/>
                        <a:chOff x="8304389" y="2157934"/>
                        <a:chExt cx="2017948" cy="2001327"/>
                      </a:xfrm>
                      <a:grpFill/>
                    </p:grpSpPr>
                    <p:sp>
                      <p:nvSpPr>
                        <p:cNvPr id="2146" name="立方体 2145"/>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47" name="立方体 2146"/>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48" name="立方体 2147"/>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49" name="立方体 2148"/>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50" name="立方体 2149"/>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51" name="立方体 2150"/>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52" name="立方体 2151"/>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53" name="立方体 2152"/>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154" name="立方体 2153"/>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155" name="组合 2154"/>
                      <p:cNvGrpSpPr>
                        <a:grpSpLocks noChangeAspect="1"/>
                      </p:cNvGrpSpPr>
                      <p:nvPr/>
                    </p:nvGrpSpPr>
                    <p:grpSpPr>
                      <a:xfrm>
                        <a:off x="2638" y="2470"/>
                        <a:ext cx="482" cy="478"/>
                        <a:chOff x="8304389" y="2157934"/>
                        <a:chExt cx="2017948" cy="2001327"/>
                      </a:xfrm>
                      <a:grpFill/>
                    </p:grpSpPr>
                    <p:sp>
                      <p:nvSpPr>
                        <p:cNvPr id="2156" name="立方体 2155"/>
                        <p:cNvSpPr>
                          <a:spLocks noChangeAspect="1"/>
                        </p:cNvSpPr>
                        <p:nvPr/>
                      </p:nvSpPr>
                      <p:spPr>
                        <a:xfrm>
                          <a:off x="8304389" y="3370859"/>
                          <a:ext cx="789379" cy="788402"/>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57" name="立方体 2156"/>
                        <p:cNvSpPr>
                          <a:spLocks noChangeAspect="1"/>
                        </p:cNvSpPr>
                        <p:nvPr/>
                      </p:nvSpPr>
                      <p:spPr>
                        <a:xfrm>
                          <a:off x="8918674"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58" name="立方体 2157"/>
                        <p:cNvSpPr>
                          <a:spLocks noChangeAspect="1"/>
                        </p:cNvSpPr>
                        <p:nvPr/>
                      </p:nvSpPr>
                      <p:spPr>
                        <a:xfrm>
                          <a:off x="9532958" y="3370857"/>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59" name="立方体 2158"/>
                        <p:cNvSpPr>
                          <a:spLocks noChangeAspect="1"/>
                        </p:cNvSpPr>
                        <p:nvPr/>
                      </p:nvSpPr>
                      <p:spPr>
                        <a:xfrm>
                          <a:off x="8304389"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60" name="立方体 2159"/>
                        <p:cNvSpPr>
                          <a:spLocks noChangeAspect="1"/>
                        </p:cNvSpPr>
                        <p:nvPr/>
                      </p:nvSpPr>
                      <p:spPr>
                        <a:xfrm>
                          <a:off x="8918674"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61" name="立方体 2160"/>
                        <p:cNvSpPr>
                          <a:spLocks noChangeAspect="1"/>
                        </p:cNvSpPr>
                        <p:nvPr/>
                      </p:nvSpPr>
                      <p:spPr>
                        <a:xfrm>
                          <a:off x="9532958" y="2764396"/>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62" name="立方体 2161"/>
                        <p:cNvSpPr>
                          <a:spLocks noChangeAspect="1"/>
                        </p:cNvSpPr>
                        <p:nvPr/>
                      </p:nvSpPr>
                      <p:spPr>
                        <a:xfrm>
                          <a:off x="8304389"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63" name="立方体 2162"/>
                        <p:cNvSpPr>
                          <a:spLocks noChangeAspect="1"/>
                        </p:cNvSpPr>
                        <p:nvPr/>
                      </p:nvSpPr>
                      <p:spPr>
                        <a:xfrm>
                          <a:off x="8918674"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164" name="立方体 2163"/>
                        <p:cNvSpPr>
                          <a:spLocks noChangeAspect="1"/>
                        </p:cNvSpPr>
                        <p:nvPr/>
                      </p:nvSpPr>
                      <p:spPr>
                        <a:xfrm>
                          <a:off x="9532958" y="2157934"/>
                          <a:ext cx="789379" cy="788400"/>
                        </a:xfrm>
                        <a:prstGeom prst="cube">
                          <a:avLst>
                            <a:gd name="adj" fmla="val 22457"/>
                          </a:avLst>
                        </a:prstGeom>
                        <a:grpFill/>
                        <a:ln w="635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2165" name="组合 2164"/>
                  <p:cNvGrpSpPr/>
                  <p:nvPr/>
                </p:nvGrpSpPr>
                <p:grpSpPr>
                  <a:xfrm rot="0">
                    <a:off x="7064" y="7631"/>
                    <a:ext cx="1209" cy="1092"/>
                    <a:chOff x="1262" y="2470"/>
                    <a:chExt cx="1858" cy="1781"/>
                  </a:xfrm>
                  <a:solidFill>
                    <a:schemeClr val="accent1">
                      <a:lumMod val="60000"/>
                      <a:lumOff val="40000"/>
                    </a:schemeClr>
                  </a:solidFill>
                </p:grpSpPr>
                <p:grpSp>
                  <p:nvGrpSpPr>
                    <p:cNvPr id="2166" name="组合 2165"/>
                    <p:cNvGrpSpPr/>
                    <p:nvPr/>
                  </p:nvGrpSpPr>
                  <p:grpSpPr>
                    <a:xfrm>
                      <a:off x="1262" y="3346"/>
                      <a:ext cx="1854" cy="905"/>
                      <a:chOff x="1199" y="3409"/>
                      <a:chExt cx="1854" cy="905"/>
                    </a:xfrm>
                    <a:grpFill/>
                  </p:grpSpPr>
                  <p:grpSp>
                    <p:nvGrpSpPr>
                      <p:cNvPr id="2167" name="组合 2166"/>
                      <p:cNvGrpSpPr/>
                      <p:nvPr/>
                    </p:nvGrpSpPr>
                    <p:grpSpPr>
                      <a:xfrm>
                        <a:off x="1199" y="3836"/>
                        <a:ext cx="1854" cy="478"/>
                        <a:chOff x="1266" y="2470"/>
                        <a:chExt cx="1854" cy="478"/>
                      </a:xfrm>
                      <a:grpFill/>
                    </p:grpSpPr>
                    <p:grpSp>
                      <p:nvGrpSpPr>
                        <p:cNvPr id="2168" name="组合 2167"/>
                        <p:cNvGrpSpPr>
                          <a:grpSpLocks noChangeAspect="1"/>
                        </p:cNvGrpSpPr>
                        <p:nvPr/>
                      </p:nvGrpSpPr>
                      <p:grpSpPr>
                        <a:xfrm>
                          <a:off x="1266" y="2470"/>
                          <a:ext cx="482" cy="478"/>
                          <a:chOff x="8304389" y="2157934"/>
                          <a:chExt cx="2017948" cy="2001327"/>
                        </a:xfrm>
                        <a:grpFill/>
                      </p:grpSpPr>
                      <p:sp>
                        <p:nvSpPr>
                          <p:cNvPr id="2169" name="立方体 2168"/>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70" name="立方体 2169"/>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71" name="立方体 2170"/>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72" name="立方体 2171"/>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73" name="立方体 2172"/>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74" name="立方体 2173"/>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75" name="立方体 2174"/>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76" name="立方体 2175"/>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177" name="立方体 2176"/>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178" name="组合 2177"/>
                        <p:cNvGrpSpPr>
                          <a:grpSpLocks noChangeAspect="1"/>
                        </p:cNvGrpSpPr>
                        <p:nvPr/>
                      </p:nvGrpSpPr>
                      <p:grpSpPr>
                        <a:xfrm>
                          <a:off x="1730" y="2470"/>
                          <a:ext cx="482" cy="478"/>
                          <a:chOff x="8304389" y="2157934"/>
                          <a:chExt cx="2017948" cy="2001327"/>
                        </a:xfrm>
                        <a:grpFill/>
                      </p:grpSpPr>
                      <p:sp>
                        <p:nvSpPr>
                          <p:cNvPr id="2179" name="立方体 2178"/>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80" name="立方体 2179"/>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81" name="立方体 2180"/>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82" name="立方体 2181"/>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83" name="立方体 2182"/>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84" name="立方体 2183"/>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85" name="立方体 2184"/>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86" name="立方体 2185"/>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187" name="立方体 2186"/>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188" name="组合 2187"/>
                        <p:cNvGrpSpPr>
                          <a:grpSpLocks noChangeAspect="1"/>
                        </p:cNvGrpSpPr>
                        <p:nvPr/>
                      </p:nvGrpSpPr>
                      <p:grpSpPr>
                        <a:xfrm>
                          <a:off x="2186" y="2470"/>
                          <a:ext cx="482" cy="478"/>
                          <a:chOff x="8304389" y="2157934"/>
                          <a:chExt cx="2017948" cy="2001327"/>
                        </a:xfrm>
                        <a:grpFill/>
                      </p:grpSpPr>
                      <p:sp>
                        <p:nvSpPr>
                          <p:cNvPr id="2189" name="立方体 2188"/>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90" name="立方体 2189"/>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91" name="立方体 2190"/>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92" name="立方体 2191"/>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93" name="立方体 2192"/>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94" name="立方体 2193"/>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95" name="立方体 2194"/>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96" name="立方体 2195"/>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197" name="立方体 2196"/>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198" name="组合 2197"/>
                        <p:cNvGrpSpPr>
                          <a:grpSpLocks noChangeAspect="1"/>
                        </p:cNvGrpSpPr>
                        <p:nvPr/>
                      </p:nvGrpSpPr>
                      <p:grpSpPr>
                        <a:xfrm>
                          <a:off x="2638" y="2470"/>
                          <a:ext cx="482" cy="478"/>
                          <a:chOff x="8304389" y="2157934"/>
                          <a:chExt cx="2017948" cy="2001327"/>
                        </a:xfrm>
                        <a:grpFill/>
                      </p:grpSpPr>
                      <p:sp>
                        <p:nvSpPr>
                          <p:cNvPr id="2199" name="立方体 2198"/>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00" name="立方体 2199"/>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01" name="立方体 2200"/>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02" name="立方体 2201"/>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03" name="立方体 2202"/>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04" name="立方体 2203"/>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05" name="立方体 2204"/>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06" name="立方体 2205"/>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207" name="立方体 2206"/>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2208" name="组合 2207"/>
                      <p:cNvGrpSpPr/>
                      <p:nvPr/>
                    </p:nvGrpSpPr>
                    <p:grpSpPr>
                      <a:xfrm>
                        <a:off x="1199" y="3409"/>
                        <a:ext cx="1854" cy="478"/>
                        <a:chOff x="1266" y="2470"/>
                        <a:chExt cx="1854" cy="478"/>
                      </a:xfrm>
                      <a:grpFill/>
                    </p:grpSpPr>
                    <p:grpSp>
                      <p:nvGrpSpPr>
                        <p:cNvPr id="2209" name="组合 2208"/>
                        <p:cNvGrpSpPr>
                          <a:grpSpLocks noChangeAspect="1"/>
                        </p:cNvGrpSpPr>
                        <p:nvPr/>
                      </p:nvGrpSpPr>
                      <p:grpSpPr>
                        <a:xfrm>
                          <a:off x="1266" y="2470"/>
                          <a:ext cx="482" cy="478"/>
                          <a:chOff x="8304389" y="2157934"/>
                          <a:chExt cx="2017948" cy="2001327"/>
                        </a:xfrm>
                        <a:grpFill/>
                      </p:grpSpPr>
                      <p:sp>
                        <p:nvSpPr>
                          <p:cNvPr id="2210" name="立方体 2209"/>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11" name="立方体 2210"/>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12" name="立方体 2211"/>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13" name="立方体 2212"/>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14" name="立方体 2213"/>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15" name="立方体 2214"/>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16" name="立方体 2215"/>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17" name="立方体 2216"/>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218" name="立方体 2217"/>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219" name="组合 2218"/>
                        <p:cNvGrpSpPr>
                          <a:grpSpLocks noChangeAspect="1"/>
                        </p:cNvGrpSpPr>
                        <p:nvPr/>
                      </p:nvGrpSpPr>
                      <p:grpSpPr>
                        <a:xfrm>
                          <a:off x="1730" y="2470"/>
                          <a:ext cx="482" cy="478"/>
                          <a:chOff x="8304389" y="2157934"/>
                          <a:chExt cx="2017948" cy="2001327"/>
                        </a:xfrm>
                        <a:grpFill/>
                      </p:grpSpPr>
                      <p:sp>
                        <p:nvSpPr>
                          <p:cNvPr id="2220" name="立方体 2219"/>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21" name="立方体 2220"/>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22" name="立方体 2221"/>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23" name="立方体 2222"/>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24" name="立方体 2223"/>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25" name="立方体 2224"/>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26" name="立方体 2225"/>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27" name="立方体 2226"/>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228" name="立方体 2227"/>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229" name="组合 2228"/>
                        <p:cNvGrpSpPr>
                          <a:grpSpLocks noChangeAspect="1"/>
                        </p:cNvGrpSpPr>
                        <p:nvPr/>
                      </p:nvGrpSpPr>
                      <p:grpSpPr>
                        <a:xfrm>
                          <a:off x="2186" y="2470"/>
                          <a:ext cx="482" cy="478"/>
                          <a:chOff x="8304389" y="2157934"/>
                          <a:chExt cx="2017948" cy="2001327"/>
                        </a:xfrm>
                        <a:grpFill/>
                      </p:grpSpPr>
                      <p:sp>
                        <p:nvSpPr>
                          <p:cNvPr id="2230" name="立方体 2229"/>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31" name="立方体 2230"/>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32" name="立方体 2231"/>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33" name="立方体 2232"/>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34" name="立方体 2233"/>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35" name="立方体 2234"/>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36" name="立方体 2235"/>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37" name="立方体 2236"/>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238" name="立方体 2237"/>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239" name="组合 2238"/>
                        <p:cNvGrpSpPr>
                          <a:grpSpLocks noChangeAspect="1"/>
                        </p:cNvGrpSpPr>
                        <p:nvPr/>
                      </p:nvGrpSpPr>
                      <p:grpSpPr>
                        <a:xfrm>
                          <a:off x="2638" y="2470"/>
                          <a:ext cx="482" cy="478"/>
                          <a:chOff x="8304389" y="2157934"/>
                          <a:chExt cx="2017948" cy="2001327"/>
                        </a:xfrm>
                        <a:grpFill/>
                      </p:grpSpPr>
                      <p:sp>
                        <p:nvSpPr>
                          <p:cNvPr id="2240" name="立方体 2239"/>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41" name="立方体 2240"/>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42" name="立方体 2241"/>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43" name="立方体 2242"/>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44" name="立方体 2243"/>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45" name="立方体 2244"/>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46" name="立方体 2245"/>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47" name="立方体 2246"/>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248" name="立方体 2247"/>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2249" name="组合 2248"/>
                    <p:cNvGrpSpPr/>
                    <p:nvPr/>
                  </p:nvGrpSpPr>
                  <p:grpSpPr>
                    <a:xfrm>
                      <a:off x="1266" y="2897"/>
                      <a:ext cx="1854" cy="478"/>
                      <a:chOff x="1266" y="2470"/>
                      <a:chExt cx="1854" cy="478"/>
                    </a:xfrm>
                    <a:grpFill/>
                  </p:grpSpPr>
                  <p:grpSp>
                    <p:nvGrpSpPr>
                      <p:cNvPr id="2250" name="组合 2249"/>
                      <p:cNvGrpSpPr>
                        <a:grpSpLocks noChangeAspect="1"/>
                      </p:cNvGrpSpPr>
                      <p:nvPr/>
                    </p:nvGrpSpPr>
                    <p:grpSpPr>
                      <a:xfrm>
                        <a:off x="1266" y="2470"/>
                        <a:ext cx="482" cy="478"/>
                        <a:chOff x="8304389" y="2157934"/>
                        <a:chExt cx="2017948" cy="2001327"/>
                      </a:xfrm>
                      <a:grpFill/>
                    </p:grpSpPr>
                    <p:sp>
                      <p:nvSpPr>
                        <p:cNvPr id="2251" name="立方体 2250"/>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52" name="立方体 2251"/>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53" name="立方体 2252"/>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54" name="立方体 2253"/>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55" name="立方体 2254"/>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56" name="立方体 2255"/>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57" name="立方体 2256"/>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58" name="立方体 2257"/>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259" name="立方体 2258"/>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260" name="组合 2259"/>
                      <p:cNvGrpSpPr>
                        <a:grpSpLocks noChangeAspect="1"/>
                      </p:cNvGrpSpPr>
                      <p:nvPr/>
                    </p:nvGrpSpPr>
                    <p:grpSpPr>
                      <a:xfrm>
                        <a:off x="1730" y="2470"/>
                        <a:ext cx="482" cy="478"/>
                        <a:chOff x="8304389" y="2157934"/>
                        <a:chExt cx="2017948" cy="2001327"/>
                      </a:xfrm>
                      <a:grpFill/>
                    </p:grpSpPr>
                    <p:sp>
                      <p:nvSpPr>
                        <p:cNvPr id="2261" name="立方体 2260"/>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62" name="立方体 2261"/>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63" name="立方体 2262"/>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64" name="立方体 2263"/>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65" name="立方体 2264"/>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66" name="立方体 2265"/>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67" name="立方体 2266"/>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68" name="立方体 2267"/>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269" name="立方体 2268"/>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270" name="组合 2269"/>
                      <p:cNvGrpSpPr>
                        <a:grpSpLocks noChangeAspect="1"/>
                      </p:cNvGrpSpPr>
                      <p:nvPr/>
                    </p:nvGrpSpPr>
                    <p:grpSpPr>
                      <a:xfrm>
                        <a:off x="2186" y="2470"/>
                        <a:ext cx="482" cy="478"/>
                        <a:chOff x="8304389" y="2157934"/>
                        <a:chExt cx="2017948" cy="2001327"/>
                      </a:xfrm>
                      <a:grpFill/>
                    </p:grpSpPr>
                    <p:sp>
                      <p:nvSpPr>
                        <p:cNvPr id="2271" name="立方体 2270"/>
                        <p:cNvSpPr>
                          <a:spLocks noChangeAspect="1"/>
                        </p:cNvSpPr>
                        <p:nvPr/>
                      </p:nvSpPr>
                      <p:spPr>
                        <a:xfrm>
                          <a:off x="8320453" y="3338112"/>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72" name="立方体 2271"/>
                        <p:cNvSpPr>
                          <a:spLocks noChangeAspect="1"/>
                        </p:cNvSpPr>
                        <p:nvPr/>
                      </p:nvSpPr>
                      <p:spPr>
                        <a:xfrm>
                          <a:off x="8919821" y="3372128"/>
                          <a:ext cx="791270" cy="787133"/>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73" name="立方体 2272"/>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74" name="立方体 2273"/>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75" name="立方体 2274"/>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76" name="立方体 2275"/>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77" name="立方体 2276"/>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78" name="立方体 2277"/>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279" name="立方体 2278"/>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280" name="组合 2279"/>
                      <p:cNvGrpSpPr>
                        <a:grpSpLocks noChangeAspect="1"/>
                      </p:cNvGrpSpPr>
                      <p:nvPr/>
                    </p:nvGrpSpPr>
                    <p:grpSpPr>
                      <a:xfrm>
                        <a:off x="2638" y="2470"/>
                        <a:ext cx="482" cy="478"/>
                        <a:chOff x="8304389" y="2157934"/>
                        <a:chExt cx="2017948" cy="2001327"/>
                      </a:xfrm>
                      <a:grpFill/>
                    </p:grpSpPr>
                    <p:sp>
                      <p:nvSpPr>
                        <p:cNvPr id="2281" name="立方体 2280"/>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82" name="立方体 2281"/>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83" name="立方体 2282"/>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84" name="立方体 2283"/>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85" name="立方体 2284"/>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86" name="立方体 2285"/>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87" name="立方体 2286"/>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88" name="立方体 2287"/>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289" name="立方体 2288"/>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2290" name="组合 2289"/>
                    <p:cNvGrpSpPr/>
                    <p:nvPr/>
                  </p:nvGrpSpPr>
                  <p:grpSpPr>
                    <a:xfrm>
                      <a:off x="1266" y="2470"/>
                      <a:ext cx="1854" cy="478"/>
                      <a:chOff x="1266" y="2470"/>
                      <a:chExt cx="1854" cy="478"/>
                    </a:xfrm>
                    <a:grpFill/>
                  </p:grpSpPr>
                  <p:grpSp>
                    <p:nvGrpSpPr>
                      <p:cNvPr id="2291" name="组合 2290"/>
                      <p:cNvGrpSpPr>
                        <a:grpSpLocks noChangeAspect="1"/>
                      </p:cNvGrpSpPr>
                      <p:nvPr/>
                    </p:nvGrpSpPr>
                    <p:grpSpPr>
                      <a:xfrm>
                        <a:off x="1266" y="2470"/>
                        <a:ext cx="482" cy="478"/>
                        <a:chOff x="8304389" y="2157934"/>
                        <a:chExt cx="2017948" cy="2001327"/>
                      </a:xfrm>
                      <a:grpFill/>
                    </p:grpSpPr>
                    <p:sp>
                      <p:nvSpPr>
                        <p:cNvPr id="2292" name="立方体 2291"/>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93" name="立方体 2292"/>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94" name="立方体 2293"/>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95" name="立方体 2294"/>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96" name="立方体 2295"/>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97" name="立方体 2296"/>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98" name="立方体 2297"/>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99" name="立方体 2298"/>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300" name="立方体 2299"/>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301" name="组合 2300"/>
                      <p:cNvGrpSpPr>
                        <a:grpSpLocks noChangeAspect="1"/>
                      </p:cNvGrpSpPr>
                      <p:nvPr/>
                    </p:nvGrpSpPr>
                    <p:grpSpPr>
                      <a:xfrm>
                        <a:off x="1730" y="2470"/>
                        <a:ext cx="482" cy="478"/>
                        <a:chOff x="8304389" y="2157934"/>
                        <a:chExt cx="2017948" cy="2001327"/>
                      </a:xfrm>
                      <a:grpFill/>
                    </p:grpSpPr>
                    <p:sp>
                      <p:nvSpPr>
                        <p:cNvPr id="2302" name="立方体 2301"/>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03" name="立方体 2302"/>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04" name="立方体 2303"/>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05" name="立方体 2304"/>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06" name="立方体 2305"/>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07" name="立方体 2306"/>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08" name="立方体 2307"/>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09" name="立方体 2308"/>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310" name="立方体 2309"/>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311" name="组合 2310"/>
                      <p:cNvGrpSpPr>
                        <a:grpSpLocks noChangeAspect="1"/>
                      </p:cNvGrpSpPr>
                      <p:nvPr/>
                    </p:nvGrpSpPr>
                    <p:grpSpPr>
                      <a:xfrm>
                        <a:off x="2186" y="2470"/>
                        <a:ext cx="482" cy="478"/>
                        <a:chOff x="8304389" y="2157934"/>
                        <a:chExt cx="2017948" cy="2001327"/>
                      </a:xfrm>
                      <a:grpFill/>
                    </p:grpSpPr>
                    <p:sp>
                      <p:nvSpPr>
                        <p:cNvPr id="2312" name="立方体 2311"/>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13" name="立方体 2312"/>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14" name="立方体 2313"/>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15" name="立方体 2314"/>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16" name="立方体 2315"/>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17" name="立方体 2316"/>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18" name="立方体 2317"/>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19" name="立方体 2318"/>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320" name="立方体 2319"/>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321" name="组合 2320"/>
                      <p:cNvGrpSpPr>
                        <a:grpSpLocks noChangeAspect="1"/>
                      </p:cNvGrpSpPr>
                      <p:nvPr/>
                    </p:nvGrpSpPr>
                    <p:grpSpPr>
                      <a:xfrm>
                        <a:off x="2638" y="2470"/>
                        <a:ext cx="482" cy="478"/>
                        <a:chOff x="8304389" y="2157934"/>
                        <a:chExt cx="2017948" cy="2001327"/>
                      </a:xfrm>
                      <a:grpFill/>
                    </p:grpSpPr>
                    <p:sp>
                      <p:nvSpPr>
                        <p:cNvPr id="2322" name="立方体 2321"/>
                        <p:cNvSpPr>
                          <a:spLocks noChangeAspect="1"/>
                        </p:cNvSpPr>
                        <p:nvPr/>
                      </p:nvSpPr>
                      <p:spPr>
                        <a:xfrm>
                          <a:off x="8304389" y="3370859"/>
                          <a:ext cx="789379" cy="788402"/>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23" name="立方体 2322"/>
                        <p:cNvSpPr>
                          <a:spLocks noChangeAspect="1"/>
                        </p:cNvSpPr>
                        <p:nvPr/>
                      </p:nvSpPr>
                      <p:spPr>
                        <a:xfrm>
                          <a:off x="8918674"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24" name="立方体 2323"/>
                        <p:cNvSpPr>
                          <a:spLocks noChangeAspect="1"/>
                        </p:cNvSpPr>
                        <p:nvPr/>
                      </p:nvSpPr>
                      <p:spPr>
                        <a:xfrm>
                          <a:off x="9532958" y="3370857"/>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25" name="立方体 2324"/>
                        <p:cNvSpPr>
                          <a:spLocks noChangeAspect="1"/>
                        </p:cNvSpPr>
                        <p:nvPr/>
                      </p:nvSpPr>
                      <p:spPr>
                        <a:xfrm>
                          <a:off x="8304389"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26" name="立方体 2325"/>
                        <p:cNvSpPr>
                          <a:spLocks noChangeAspect="1"/>
                        </p:cNvSpPr>
                        <p:nvPr/>
                      </p:nvSpPr>
                      <p:spPr>
                        <a:xfrm>
                          <a:off x="8918674"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27" name="立方体 2326"/>
                        <p:cNvSpPr>
                          <a:spLocks noChangeAspect="1"/>
                        </p:cNvSpPr>
                        <p:nvPr/>
                      </p:nvSpPr>
                      <p:spPr>
                        <a:xfrm>
                          <a:off x="9532958" y="2764396"/>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28" name="立方体 2327"/>
                        <p:cNvSpPr>
                          <a:spLocks noChangeAspect="1"/>
                        </p:cNvSpPr>
                        <p:nvPr/>
                      </p:nvSpPr>
                      <p:spPr>
                        <a:xfrm>
                          <a:off x="8304389"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29" name="立方体 2328"/>
                        <p:cNvSpPr>
                          <a:spLocks noChangeAspect="1"/>
                        </p:cNvSpPr>
                        <p:nvPr/>
                      </p:nvSpPr>
                      <p:spPr>
                        <a:xfrm>
                          <a:off x="8918674"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330" name="立方体 2329"/>
                        <p:cNvSpPr>
                          <a:spLocks noChangeAspect="1"/>
                        </p:cNvSpPr>
                        <p:nvPr/>
                      </p:nvSpPr>
                      <p:spPr>
                        <a:xfrm>
                          <a:off x="9532958" y="2157934"/>
                          <a:ext cx="789379" cy="788400"/>
                        </a:xfrm>
                        <a:prstGeom prst="cube">
                          <a:avLst>
                            <a:gd name="adj" fmla="val 22457"/>
                          </a:avLst>
                        </a:prstGeom>
                        <a:grpFill/>
                        <a:ln w="6350">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sp>
              <p:nvSpPr>
                <p:cNvPr id="2331" name="圆角矩形 2330"/>
                <p:cNvSpPr/>
                <p:nvPr/>
              </p:nvSpPr>
              <p:spPr>
                <a:xfrm>
                  <a:off x="5730" y="9995"/>
                  <a:ext cx="1724" cy="708"/>
                </a:xfrm>
                <a:prstGeom prst="roundRect">
                  <a:avLst/>
                </a:prstGeom>
                <a:noFill/>
                <a:ln w="25400">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2333" name="文本框 2332"/>
              <p:cNvSpPr txBox="1"/>
              <p:nvPr/>
            </p:nvSpPr>
            <p:spPr>
              <a:xfrm>
                <a:off x="17146" y="8234"/>
                <a:ext cx="2109" cy="725"/>
              </a:xfrm>
              <a:prstGeom prst="rect">
                <a:avLst/>
              </a:prstGeom>
              <a:noFill/>
            </p:spPr>
            <p:txBody>
              <a:bodyPr wrap="square" rtlCol="0">
                <a:spAutoFit/>
              </a:bodyPr>
              <a:p>
                <a:pPr algn="ctr"/>
                <a:r>
                  <a:rPr lang="en-US" altLang="zh-CN" sz="1200">
                    <a:latin typeface="Times New Roman" panose="02020603050405020304" pitchFamily="18" charset="0"/>
                    <a:cs typeface="Times New Roman" panose="02020603050405020304" pitchFamily="18" charset="0"/>
                  </a:rPr>
                  <a:t>Channel-wise </a:t>
                </a:r>
                <a:endParaRPr lang="en-US" altLang="zh-CN" sz="1200">
                  <a:latin typeface="Times New Roman" panose="02020603050405020304" pitchFamily="18" charset="0"/>
                  <a:cs typeface="Times New Roman" panose="02020603050405020304" pitchFamily="18" charset="0"/>
                </a:endParaRPr>
              </a:p>
              <a:p>
                <a:pPr algn="ctr"/>
                <a:r>
                  <a:rPr lang="en-US" altLang="zh-CN" sz="1200">
                    <a:latin typeface="Times New Roman" panose="02020603050405020304" pitchFamily="18" charset="0"/>
                    <a:cs typeface="Times New Roman" panose="02020603050405020304" pitchFamily="18" charset="0"/>
                  </a:rPr>
                  <a:t>Match</a:t>
                </a:r>
                <a:endParaRPr lang="en-US" altLang="zh-CN" sz="1200">
                  <a:latin typeface="Times New Roman" panose="02020603050405020304" pitchFamily="18" charset="0"/>
                  <a:cs typeface="Times New Roman" panose="02020603050405020304" pitchFamily="18" charset="0"/>
                </a:endParaRPr>
              </a:p>
            </p:txBody>
          </p:sp>
          <p:sp>
            <p:nvSpPr>
              <p:cNvPr id="2334" name="圆角矩形 2333"/>
              <p:cNvSpPr/>
              <p:nvPr/>
            </p:nvSpPr>
            <p:spPr>
              <a:xfrm>
                <a:off x="17169" y="8271"/>
                <a:ext cx="2040" cy="1771"/>
              </a:xfrm>
              <a:prstGeom prst="roundRect">
                <a:avLst/>
              </a:prstGeom>
              <a:noFill/>
              <a:ln w="6350">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336" name="直接箭头连接符 2335"/>
              <p:cNvCxnSpPr/>
              <p:nvPr/>
            </p:nvCxnSpPr>
            <p:spPr>
              <a:xfrm>
                <a:off x="17666" y="7933"/>
                <a:ext cx="0" cy="304"/>
              </a:xfrm>
              <a:prstGeom prst="straightConnector1">
                <a:avLst/>
              </a:prstGeom>
              <a:ln>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2337" name="直接箭头连接符 2336"/>
              <p:cNvCxnSpPr/>
              <p:nvPr/>
            </p:nvCxnSpPr>
            <p:spPr>
              <a:xfrm flipH="1">
                <a:off x="18569" y="7933"/>
                <a:ext cx="0" cy="331"/>
              </a:xfrm>
              <a:prstGeom prst="straightConnector1">
                <a:avLst/>
              </a:prstGeom>
              <a:ln>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grpSp>
        <p:sp>
          <p:nvSpPr>
            <p:cNvPr id="246" name="圆角矩形 245"/>
            <p:cNvSpPr/>
            <p:nvPr/>
          </p:nvSpPr>
          <p:spPr>
            <a:xfrm>
              <a:off x="15828" y="269"/>
              <a:ext cx="2084" cy="3314"/>
            </a:xfrm>
            <a:prstGeom prst="roundRect">
              <a:avLst>
                <a:gd name="adj" fmla="val 9932"/>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7" name="文本框 246"/>
            <p:cNvSpPr txBox="1"/>
            <p:nvPr/>
          </p:nvSpPr>
          <p:spPr>
            <a:xfrm>
              <a:off x="15839" y="265"/>
              <a:ext cx="2063" cy="409"/>
            </a:xfrm>
            <a:prstGeom prst="rect">
              <a:avLst/>
            </a:prstGeom>
            <a:noFill/>
          </p:spPr>
          <p:txBody>
            <a:bodyPr wrap="square" rtlCol="0">
              <a:noAutofit/>
            </a:bodyPr>
            <a:p>
              <a:pPr algn="ctr"/>
              <a:r>
                <a:rPr lang="en-US" altLang="zh-CN" sz="1400">
                  <a:latin typeface="Times New Roman" panose="02020603050405020304" pitchFamily="18" charset="0"/>
                  <a:cs typeface="Times New Roman" panose="02020603050405020304" pitchFamily="18" charset="0"/>
                </a:rPr>
                <a:t>ASU Module</a:t>
              </a:r>
              <a:endParaRPr lang="en-US" altLang="zh-CN" sz="1400">
                <a:latin typeface="Times New Roman" panose="02020603050405020304" pitchFamily="18" charset="0"/>
                <a:cs typeface="Times New Roman" panose="02020603050405020304" pitchFamily="18" charset="0"/>
              </a:endParaRPr>
            </a:p>
          </p:txBody>
        </p:sp>
        <p:grpSp>
          <p:nvGrpSpPr>
            <p:cNvPr id="4" name="组合 3"/>
            <p:cNvGrpSpPr/>
            <p:nvPr/>
          </p:nvGrpSpPr>
          <p:grpSpPr>
            <a:xfrm rot="0">
              <a:off x="16529" y="648"/>
              <a:ext cx="608" cy="451"/>
              <a:chOff x="15686" y="4615"/>
              <a:chExt cx="798" cy="617"/>
            </a:xfrm>
          </p:grpSpPr>
          <p:sp>
            <p:nvSpPr>
              <p:cNvPr id="5" name="文本框 4"/>
              <p:cNvSpPr txBox="1"/>
              <p:nvPr/>
            </p:nvSpPr>
            <p:spPr>
              <a:xfrm>
                <a:off x="15686" y="4615"/>
                <a:ext cx="798" cy="535"/>
              </a:xfrm>
              <a:prstGeom prst="rect">
                <a:avLst/>
              </a:prstGeom>
              <a:noFill/>
            </p:spPr>
            <p:txBody>
              <a:bodyPr wrap="square" rtlCol="0">
                <a:noAutofit/>
              </a:bodyPr>
              <a:p>
                <a:r>
                  <a:rPr lang="en-US" altLang="zh-CN" sz="1400" b="1">
                    <a:latin typeface="Times New Roman" panose="02020603050405020304" pitchFamily="18" charset="0"/>
                    <a:ea typeface="仿宋" panose="02010609060101010101" pitchFamily="49" charset="-122"/>
                    <a:cs typeface="Times New Roman" panose="02020603050405020304" pitchFamily="18" charset="0"/>
                  </a:rPr>
                  <a:t> F</a:t>
                </a:r>
                <a:endParaRPr lang="en-US" altLang="zh-CN" sz="1400" b="1" baseline="300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圆角矩形 5"/>
              <p:cNvSpPr/>
              <p:nvPr/>
            </p:nvSpPr>
            <p:spPr>
              <a:xfrm>
                <a:off x="15755" y="4650"/>
                <a:ext cx="622" cy="582"/>
              </a:xfrm>
              <a:prstGeom prst="roundRect">
                <a:avLst/>
              </a:prstGeom>
              <a:noFill/>
              <a:ln>
                <a:solidFill>
                  <a:schemeClr val="accent2">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cxnSp>
          <p:nvCxnSpPr>
            <p:cNvPr id="8" name="直接箭头连接符 7"/>
            <p:cNvCxnSpPr/>
            <p:nvPr/>
          </p:nvCxnSpPr>
          <p:spPr>
            <a:xfrm>
              <a:off x="16819" y="1099"/>
              <a:ext cx="0" cy="184"/>
            </a:xfrm>
            <a:prstGeom prst="straightConnector1">
              <a:avLst/>
            </a:prstGeom>
            <a:ln>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grpSp>
          <p:nvGrpSpPr>
            <p:cNvPr id="32" name="组合 31"/>
            <p:cNvGrpSpPr/>
            <p:nvPr/>
          </p:nvGrpSpPr>
          <p:grpSpPr>
            <a:xfrm rot="0">
              <a:off x="16585" y="3046"/>
              <a:ext cx="740" cy="450"/>
              <a:chOff x="16330" y="2974"/>
              <a:chExt cx="740" cy="450"/>
            </a:xfrm>
          </p:grpSpPr>
          <p:grpSp>
            <p:nvGrpSpPr>
              <p:cNvPr id="27" name="组合 26"/>
              <p:cNvGrpSpPr/>
              <p:nvPr/>
            </p:nvGrpSpPr>
            <p:grpSpPr>
              <a:xfrm>
                <a:off x="16330" y="2974"/>
                <a:ext cx="741" cy="451"/>
                <a:chOff x="15686" y="4615"/>
                <a:chExt cx="973" cy="617"/>
              </a:xfrm>
            </p:grpSpPr>
            <p:sp>
              <p:nvSpPr>
                <p:cNvPr id="28" name="文本框 27"/>
                <p:cNvSpPr txBox="1"/>
                <p:nvPr/>
              </p:nvSpPr>
              <p:spPr>
                <a:xfrm>
                  <a:off x="15686" y="4615"/>
                  <a:ext cx="973" cy="535"/>
                </a:xfrm>
                <a:prstGeom prst="rect">
                  <a:avLst/>
                </a:prstGeom>
                <a:noFill/>
              </p:spPr>
              <p:txBody>
                <a:bodyPr wrap="square" rtlCol="0">
                  <a:noAutofit/>
                </a:bodyPr>
                <a:p>
                  <a:r>
                    <a:rPr lang="en-US" altLang="zh-CN" sz="1400" b="1">
                      <a:latin typeface="Times New Roman" panose="02020603050405020304" pitchFamily="18" charset="0"/>
                      <a:ea typeface="仿宋" panose="02010609060101010101" pitchFamily="49" charset="-122"/>
                      <a:cs typeface="Times New Roman" panose="02020603050405020304" pitchFamily="18" charset="0"/>
                    </a:rPr>
                    <a:t> </a:t>
                  </a:r>
                  <a:endParaRPr lang="en-US" altLang="zh-CN" sz="1400" b="1" baseline="3000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29" name="圆角矩形 28"/>
                <p:cNvSpPr/>
                <p:nvPr/>
              </p:nvSpPr>
              <p:spPr>
                <a:xfrm>
                  <a:off x="15755" y="4650"/>
                  <a:ext cx="622" cy="582"/>
                </a:xfrm>
                <a:prstGeom prst="roundRect">
                  <a:avLst/>
                </a:prstGeom>
                <a:noFill/>
                <a:ln>
                  <a:solidFill>
                    <a:schemeClr val="accent2">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aphicFrame>
            <p:nvGraphicFramePr>
              <p:cNvPr id="31" name="对象 30">
                <a:hlinkClick r:id="" action="ppaction://ole?verb="/>
              </p:cNvPr>
              <p:cNvGraphicFramePr>
                <a:graphicFrameLocks noChangeAspect="1"/>
              </p:cNvGraphicFramePr>
              <p:nvPr/>
            </p:nvGraphicFramePr>
            <p:xfrm>
              <a:off x="16413" y="3000"/>
              <a:ext cx="383" cy="357"/>
            </p:xfrm>
            <a:graphic>
              <a:graphicData uri="http://schemas.openxmlformats.org/presentationml/2006/ole">
                <mc:AlternateContent xmlns:mc="http://schemas.openxmlformats.org/markup-compatibility/2006">
                  <mc:Choice xmlns:v="urn:schemas-microsoft-com:vml" Requires="v">
                    <p:oleObj spid="_x0000_s1026" name="" r:id="rId51" imgW="177165" imgH="165100" progId="Equation.DSMT4">
                      <p:embed/>
                    </p:oleObj>
                  </mc:Choice>
                  <mc:Fallback>
                    <p:oleObj name="" r:id="rId51" imgW="177165" imgH="165100" progId="Equation.DSMT4">
                      <p:embed/>
                      <p:pic>
                        <p:nvPicPr>
                          <p:cNvPr id="0" name="图片 1025"/>
                          <p:cNvPicPr/>
                          <p:nvPr/>
                        </p:nvPicPr>
                        <p:blipFill>
                          <a:blip r:embed="rId52"/>
                          <a:stretch>
                            <a:fillRect/>
                          </a:stretch>
                        </p:blipFill>
                        <p:spPr>
                          <a:xfrm>
                            <a:off x="16413" y="3000"/>
                            <a:ext cx="383" cy="357"/>
                          </a:xfrm>
                          <a:prstGeom prst="rect">
                            <a:avLst/>
                          </a:prstGeom>
                        </p:spPr>
                      </p:pic>
                    </p:oleObj>
                  </mc:Fallback>
                </mc:AlternateContent>
              </a:graphicData>
            </a:graphic>
          </p:graphicFrame>
        </p:grpSp>
        <p:grpSp>
          <p:nvGrpSpPr>
            <p:cNvPr id="59" name="组合 58"/>
            <p:cNvGrpSpPr/>
            <p:nvPr/>
          </p:nvGrpSpPr>
          <p:grpSpPr>
            <a:xfrm rot="0">
              <a:off x="16371" y="1267"/>
              <a:ext cx="963" cy="434"/>
              <a:chOff x="5298" y="10417"/>
              <a:chExt cx="963" cy="434"/>
            </a:xfrm>
          </p:grpSpPr>
          <p:sp>
            <p:nvSpPr>
              <p:cNvPr id="60" name="文本框 59"/>
              <p:cNvSpPr txBox="1"/>
              <p:nvPr/>
            </p:nvSpPr>
            <p:spPr>
              <a:xfrm>
                <a:off x="5298" y="10417"/>
                <a:ext cx="963" cy="434"/>
              </a:xfrm>
              <a:prstGeom prst="rect">
                <a:avLst/>
              </a:prstGeom>
              <a:noFill/>
            </p:spPr>
            <p:txBody>
              <a:bodyPr wrap="square" rtlCol="0">
                <a:spAutoFit/>
              </a:bodyPr>
              <a:p>
                <a:pPr algn="ctr"/>
                <a:r>
                  <a:rPr lang="en-US" altLang="zh-CN" sz="1200">
                    <a:latin typeface="Times New Roman" panose="02020603050405020304" pitchFamily="18" charset="0"/>
                    <a:cs typeface="Times New Roman" panose="02020603050405020304" pitchFamily="18" charset="0"/>
                  </a:rPr>
                  <a:t>FFT</a:t>
                </a:r>
                <a:endParaRPr lang="en-US" altLang="zh-CN" sz="1200">
                  <a:latin typeface="Times New Roman" panose="02020603050405020304" pitchFamily="18" charset="0"/>
                  <a:cs typeface="Times New Roman" panose="02020603050405020304" pitchFamily="18" charset="0"/>
                </a:endParaRPr>
              </a:p>
            </p:txBody>
          </p:sp>
          <p:sp>
            <p:nvSpPr>
              <p:cNvPr id="89" name="圆角矩形 88"/>
              <p:cNvSpPr/>
              <p:nvPr/>
            </p:nvSpPr>
            <p:spPr>
              <a:xfrm>
                <a:off x="5348" y="10417"/>
                <a:ext cx="834" cy="426"/>
              </a:xfrm>
              <a:prstGeom prst="roundRect">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211" name="组合 210"/>
            <p:cNvGrpSpPr/>
            <p:nvPr/>
          </p:nvGrpSpPr>
          <p:grpSpPr>
            <a:xfrm>
              <a:off x="16373" y="2488"/>
              <a:ext cx="986" cy="434"/>
              <a:chOff x="13493" y="10791"/>
              <a:chExt cx="986" cy="434"/>
            </a:xfrm>
          </p:grpSpPr>
          <p:sp>
            <p:nvSpPr>
              <p:cNvPr id="99" name="文本框 98"/>
              <p:cNvSpPr txBox="1"/>
              <p:nvPr/>
            </p:nvSpPr>
            <p:spPr>
              <a:xfrm>
                <a:off x="13493" y="10791"/>
                <a:ext cx="987" cy="434"/>
              </a:xfrm>
              <a:prstGeom prst="rect">
                <a:avLst/>
              </a:prstGeom>
              <a:noFill/>
            </p:spPr>
            <p:txBody>
              <a:bodyPr wrap="square" rtlCol="0">
                <a:spAutoFit/>
              </a:bodyPr>
              <a:p>
                <a:pPr algn="ctr"/>
                <a:r>
                  <a:rPr lang="en-US" altLang="zh-CN" sz="1200">
                    <a:latin typeface="Times New Roman" panose="02020603050405020304" pitchFamily="18" charset="0"/>
                    <a:cs typeface="Times New Roman" panose="02020603050405020304" pitchFamily="18" charset="0"/>
                  </a:rPr>
                  <a:t>IFFT</a:t>
                </a:r>
                <a:endParaRPr lang="en-US" altLang="zh-CN" sz="1200">
                  <a:latin typeface="Times New Roman" panose="02020603050405020304" pitchFamily="18" charset="0"/>
                  <a:cs typeface="Times New Roman" panose="02020603050405020304" pitchFamily="18" charset="0"/>
                </a:endParaRPr>
              </a:p>
            </p:txBody>
          </p:sp>
          <p:sp>
            <p:nvSpPr>
              <p:cNvPr id="102" name="圆角矩形 101"/>
              <p:cNvSpPr/>
              <p:nvPr/>
            </p:nvSpPr>
            <p:spPr>
              <a:xfrm>
                <a:off x="13543" y="10811"/>
                <a:ext cx="885" cy="393"/>
              </a:xfrm>
              <a:prstGeom prst="roundRect">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209" name="组合 208"/>
            <p:cNvGrpSpPr/>
            <p:nvPr/>
          </p:nvGrpSpPr>
          <p:grpSpPr>
            <a:xfrm>
              <a:off x="15942" y="1878"/>
              <a:ext cx="1978" cy="453"/>
              <a:chOff x="6915" y="10090"/>
              <a:chExt cx="1978" cy="453"/>
            </a:xfrm>
          </p:grpSpPr>
          <p:sp>
            <p:nvSpPr>
              <p:cNvPr id="196" name="文本框 195"/>
              <p:cNvSpPr txBox="1"/>
              <p:nvPr/>
            </p:nvSpPr>
            <p:spPr>
              <a:xfrm>
                <a:off x="6915" y="10090"/>
                <a:ext cx="1978" cy="434"/>
              </a:xfrm>
              <a:prstGeom prst="rect">
                <a:avLst/>
              </a:prstGeom>
              <a:noFill/>
            </p:spPr>
            <p:txBody>
              <a:bodyPr wrap="square" rtlCol="0">
                <a:spAutoFit/>
              </a:bodyPr>
              <a:p>
                <a:pPr algn="ctr"/>
                <a:r>
                  <a:rPr lang="en-US" altLang="zh-CN" sz="1200">
                    <a:latin typeface="Times New Roman" panose="02020603050405020304" pitchFamily="18" charset="0"/>
                    <a:cs typeface="Times New Roman" panose="02020603050405020304" pitchFamily="18" charset="0"/>
                  </a:rPr>
                  <a:t>Gaussian Mask</a:t>
                </a:r>
                <a:endParaRPr lang="en-US" altLang="zh-CN" sz="1200">
                  <a:latin typeface="Times New Roman" panose="02020603050405020304" pitchFamily="18" charset="0"/>
                  <a:cs typeface="Times New Roman" panose="02020603050405020304" pitchFamily="18" charset="0"/>
                </a:endParaRPr>
              </a:p>
            </p:txBody>
          </p:sp>
          <p:sp>
            <p:nvSpPr>
              <p:cNvPr id="200" name="圆角矩形 199"/>
              <p:cNvSpPr/>
              <p:nvPr/>
            </p:nvSpPr>
            <p:spPr>
              <a:xfrm>
                <a:off x="6977" y="10135"/>
                <a:ext cx="1837" cy="408"/>
              </a:xfrm>
              <a:prstGeom prst="roundRect">
                <a:avLst/>
              </a:prstGeom>
              <a:noFill/>
              <a:ln>
                <a:solidFill>
                  <a:schemeClr val="bg1">
                    <a:lumMod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latin typeface="Times New Roman" panose="02020603050405020304" pitchFamily="18" charset="0"/>
                  <a:cs typeface="Times New Roman" panose="02020603050405020304" pitchFamily="18" charset="0"/>
                </a:endParaRPr>
              </a:p>
              <a:p>
                <a:pPr algn="ctr"/>
                <a:endParaRPr lang="en-US" altLang="zh-CN">
                  <a:latin typeface="Times New Roman" panose="02020603050405020304" pitchFamily="18" charset="0"/>
                  <a:cs typeface="Times New Roman" panose="02020603050405020304" pitchFamily="18" charset="0"/>
                </a:endParaRPr>
              </a:p>
            </p:txBody>
          </p:sp>
        </p:grpSp>
        <p:cxnSp>
          <p:nvCxnSpPr>
            <p:cNvPr id="220" name="直接箭头连接符 219"/>
            <p:cNvCxnSpPr/>
            <p:nvPr/>
          </p:nvCxnSpPr>
          <p:spPr>
            <a:xfrm>
              <a:off x="16838" y="1693"/>
              <a:ext cx="0" cy="230"/>
            </a:xfrm>
            <a:prstGeom prst="straightConnector1">
              <a:avLst/>
            </a:prstGeom>
            <a:ln>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238" name="直接箭头连接符 237"/>
            <p:cNvCxnSpPr/>
            <p:nvPr/>
          </p:nvCxnSpPr>
          <p:spPr>
            <a:xfrm>
              <a:off x="16858" y="2313"/>
              <a:ext cx="0" cy="230"/>
            </a:xfrm>
            <a:prstGeom prst="straightConnector1">
              <a:avLst/>
            </a:prstGeom>
            <a:ln>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239" name="直接箭头连接符 238"/>
            <p:cNvCxnSpPr/>
            <p:nvPr/>
          </p:nvCxnSpPr>
          <p:spPr>
            <a:xfrm>
              <a:off x="16868" y="2873"/>
              <a:ext cx="0" cy="230"/>
            </a:xfrm>
            <a:prstGeom prst="straightConnector1">
              <a:avLst/>
            </a:prstGeom>
            <a:ln>
              <a:solidFill>
                <a:schemeClr val="bg1">
                  <a:lumMod val="50000"/>
                </a:schemeClr>
              </a:solidFill>
              <a:tailEnd type="triangle"/>
            </a:ln>
          </p:spPr>
          <p:style>
            <a:lnRef idx="2">
              <a:schemeClr val="accent1"/>
            </a:lnRef>
            <a:fillRef idx="0">
              <a:srgbClr val="FFFFFF"/>
            </a:fillRef>
            <a:effectRef idx="0">
              <a:srgbClr val="FFFFFF"/>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05" name="组合 304"/>
          <p:cNvGrpSpPr/>
          <p:nvPr/>
        </p:nvGrpSpPr>
        <p:grpSpPr>
          <a:xfrm rot="0">
            <a:off x="7448550" y="1901825"/>
            <a:ext cx="970915" cy="989330"/>
            <a:chOff x="1262" y="2470"/>
            <a:chExt cx="1858" cy="1780"/>
          </a:xfrm>
          <a:solidFill>
            <a:schemeClr val="accent2">
              <a:lumMod val="40000"/>
              <a:lumOff val="60000"/>
            </a:schemeClr>
          </a:solidFill>
        </p:grpSpPr>
        <p:grpSp>
          <p:nvGrpSpPr>
            <p:cNvPr id="304" name="组合 303"/>
            <p:cNvGrpSpPr/>
            <p:nvPr/>
          </p:nvGrpSpPr>
          <p:grpSpPr>
            <a:xfrm>
              <a:off x="1262" y="3346"/>
              <a:ext cx="1854" cy="905"/>
              <a:chOff x="1199" y="3409"/>
              <a:chExt cx="1854" cy="905"/>
            </a:xfrm>
            <a:grpFill/>
          </p:grpSpPr>
          <p:grpSp>
            <p:nvGrpSpPr>
              <p:cNvPr id="218" name="组合 217"/>
              <p:cNvGrpSpPr/>
              <p:nvPr/>
            </p:nvGrpSpPr>
            <p:grpSpPr>
              <a:xfrm>
                <a:off x="1199" y="3836"/>
                <a:ext cx="1854" cy="478"/>
                <a:chOff x="1266" y="2470"/>
                <a:chExt cx="1854" cy="478"/>
              </a:xfrm>
              <a:grpFill/>
            </p:grpSpPr>
            <p:grpSp>
              <p:nvGrpSpPr>
                <p:cNvPr id="219" name="组合 218"/>
                <p:cNvGrpSpPr>
                  <a:grpSpLocks noChangeAspect="1"/>
                </p:cNvGrpSpPr>
                <p:nvPr/>
              </p:nvGrpSpPr>
              <p:grpSpPr>
                <a:xfrm>
                  <a:off x="1266" y="2470"/>
                  <a:ext cx="482" cy="478"/>
                  <a:chOff x="8304389" y="2157934"/>
                  <a:chExt cx="2017948" cy="2001327"/>
                </a:xfrm>
                <a:grpFill/>
              </p:grpSpPr>
              <p:sp>
                <p:nvSpPr>
                  <p:cNvPr id="220" name="立方体 219"/>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1" name="立方体 220"/>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2" name="立方体 221"/>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3" name="立方体 222"/>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4" name="立方体 223"/>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5" name="立方体 224"/>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6" name="立方体 225"/>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27" name="立方体 226"/>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28" name="立方体 227"/>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29" name="组合 228"/>
                <p:cNvGrpSpPr>
                  <a:grpSpLocks noChangeAspect="1"/>
                </p:cNvGrpSpPr>
                <p:nvPr/>
              </p:nvGrpSpPr>
              <p:grpSpPr>
                <a:xfrm>
                  <a:off x="1730" y="2470"/>
                  <a:ext cx="482" cy="478"/>
                  <a:chOff x="8304389" y="2157934"/>
                  <a:chExt cx="2017948" cy="2001327"/>
                </a:xfrm>
                <a:grpFill/>
              </p:grpSpPr>
              <p:sp>
                <p:nvSpPr>
                  <p:cNvPr id="230" name="立方体 229"/>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1" name="立方体 230"/>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2" name="立方体 231"/>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3" name="立方体 232"/>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4" name="立方体 233"/>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5" name="立方体 234"/>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6" name="立方体 235"/>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7" name="立方体 236"/>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38" name="立方体 237"/>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39" name="组合 238"/>
                <p:cNvGrpSpPr>
                  <a:grpSpLocks noChangeAspect="1"/>
                </p:cNvGrpSpPr>
                <p:nvPr/>
              </p:nvGrpSpPr>
              <p:grpSpPr>
                <a:xfrm>
                  <a:off x="2186" y="2470"/>
                  <a:ext cx="482" cy="478"/>
                  <a:chOff x="8304389" y="2157934"/>
                  <a:chExt cx="2017948" cy="2001327"/>
                </a:xfrm>
                <a:grpFill/>
              </p:grpSpPr>
              <p:sp>
                <p:nvSpPr>
                  <p:cNvPr id="240" name="立方体 239"/>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1" name="立方体 240"/>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2" name="立方体 241"/>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3" name="立方体 242"/>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4" name="立方体 243"/>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5" name="立方体 244"/>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6" name="立方体 245"/>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7" name="立方体 246"/>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48" name="立方体 247"/>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49" name="组合 248"/>
                <p:cNvGrpSpPr>
                  <a:grpSpLocks noChangeAspect="1"/>
                </p:cNvGrpSpPr>
                <p:nvPr/>
              </p:nvGrpSpPr>
              <p:grpSpPr>
                <a:xfrm>
                  <a:off x="2638" y="2470"/>
                  <a:ext cx="482" cy="478"/>
                  <a:chOff x="8304389" y="2157934"/>
                  <a:chExt cx="2017948" cy="2001327"/>
                </a:xfrm>
                <a:grpFill/>
              </p:grpSpPr>
              <p:sp>
                <p:nvSpPr>
                  <p:cNvPr id="250" name="立方体 249"/>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1" name="立方体 250"/>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2" name="立方体 251"/>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3" name="立方体 252"/>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4" name="立方体 253"/>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5" name="立方体 254"/>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6" name="立方体 255"/>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7" name="立方体 256"/>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58" name="立方体 257"/>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259" name="组合 258"/>
              <p:cNvGrpSpPr/>
              <p:nvPr/>
            </p:nvGrpSpPr>
            <p:grpSpPr>
              <a:xfrm>
                <a:off x="1199" y="3409"/>
                <a:ext cx="1854" cy="478"/>
                <a:chOff x="1266" y="2470"/>
                <a:chExt cx="1854" cy="478"/>
              </a:xfrm>
              <a:grpFill/>
            </p:grpSpPr>
            <p:grpSp>
              <p:nvGrpSpPr>
                <p:cNvPr id="260" name="组合 259"/>
                <p:cNvGrpSpPr>
                  <a:grpSpLocks noChangeAspect="1"/>
                </p:cNvGrpSpPr>
                <p:nvPr/>
              </p:nvGrpSpPr>
              <p:grpSpPr>
                <a:xfrm>
                  <a:off x="1266" y="2470"/>
                  <a:ext cx="482" cy="478"/>
                  <a:chOff x="8304389" y="2157934"/>
                  <a:chExt cx="2017948" cy="2001327"/>
                </a:xfrm>
                <a:grpFill/>
              </p:grpSpPr>
              <p:sp>
                <p:nvSpPr>
                  <p:cNvPr id="261" name="立方体 260"/>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2" name="立方体 261"/>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3" name="立方体 262"/>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4" name="立方体 263"/>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5" name="立方体 264"/>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6" name="立方体 265"/>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7" name="立方体 266"/>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8" name="立方体 267"/>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69" name="立方体 268"/>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70" name="组合 269"/>
                <p:cNvGrpSpPr>
                  <a:grpSpLocks noChangeAspect="1"/>
                </p:cNvGrpSpPr>
                <p:nvPr/>
              </p:nvGrpSpPr>
              <p:grpSpPr>
                <a:xfrm>
                  <a:off x="1730" y="2470"/>
                  <a:ext cx="482" cy="478"/>
                  <a:chOff x="8304389" y="2157934"/>
                  <a:chExt cx="2017948" cy="2001327"/>
                </a:xfrm>
                <a:grpFill/>
              </p:grpSpPr>
              <p:sp>
                <p:nvSpPr>
                  <p:cNvPr id="271" name="立方体 270"/>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2" name="立方体 271"/>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3" name="立方体 272"/>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4" name="立方体 273"/>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5" name="立方体 274"/>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9" name="立方体 278"/>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0" name="立方体 279"/>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1" name="立方体 280"/>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82" name="立方体 281"/>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83" name="组合 282"/>
                <p:cNvGrpSpPr>
                  <a:grpSpLocks noChangeAspect="1"/>
                </p:cNvGrpSpPr>
                <p:nvPr/>
              </p:nvGrpSpPr>
              <p:grpSpPr>
                <a:xfrm>
                  <a:off x="2186" y="2470"/>
                  <a:ext cx="482" cy="478"/>
                  <a:chOff x="8304389" y="2157934"/>
                  <a:chExt cx="2017948" cy="2001327"/>
                </a:xfrm>
                <a:grpFill/>
              </p:grpSpPr>
              <p:sp>
                <p:nvSpPr>
                  <p:cNvPr id="284" name="立方体 283"/>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5" name="立方体 284"/>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6" name="立方体 285"/>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7" name="立方体 286"/>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8" name="立方体 287"/>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9" name="立方体 288"/>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0" name="立方体 289"/>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1" name="立方体 290"/>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92" name="立方体 291"/>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93" name="组合 292"/>
                <p:cNvGrpSpPr>
                  <a:grpSpLocks noChangeAspect="1"/>
                </p:cNvGrpSpPr>
                <p:nvPr/>
              </p:nvGrpSpPr>
              <p:grpSpPr>
                <a:xfrm>
                  <a:off x="2638" y="2470"/>
                  <a:ext cx="482" cy="478"/>
                  <a:chOff x="8304389" y="2157934"/>
                  <a:chExt cx="2017948" cy="2001327"/>
                </a:xfrm>
                <a:grpFill/>
              </p:grpSpPr>
              <p:sp>
                <p:nvSpPr>
                  <p:cNvPr id="294" name="立方体 293"/>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5" name="立方体 294"/>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6" name="立方体 295"/>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7" name="立方体 296"/>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9" name="立方体 298"/>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0" name="立方体 299"/>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1" name="立方体 300"/>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2" name="立方体 301"/>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303" name="立方体 302"/>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69" name="组合 168"/>
            <p:cNvGrpSpPr/>
            <p:nvPr/>
          </p:nvGrpSpPr>
          <p:grpSpPr>
            <a:xfrm>
              <a:off x="1266" y="2897"/>
              <a:ext cx="1854" cy="478"/>
              <a:chOff x="1266" y="2470"/>
              <a:chExt cx="1854" cy="478"/>
            </a:xfrm>
            <a:grpFill/>
          </p:grpSpPr>
          <p:grpSp>
            <p:nvGrpSpPr>
              <p:cNvPr id="170" name="组合 169"/>
              <p:cNvGrpSpPr>
                <a:grpSpLocks noChangeAspect="1"/>
              </p:cNvGrpSpPr>
              <p:nvPr/>
            </p:nvGrpSpPr>
            <p:grpSpPr>
              <a:xfrm>
                <a:off x="1266" y="2470"/>
                <a:ext cx="482" cy="478"/>
                <a:chOff x="8304389" y="2157934"/>
                <a:chExt cx="2017948" cy="2001327"/>
              </a:xfrm>
              <a:grpFill/>
            </p:grpSpPr>
            <p:sp>
              <p:nvSpPr>
                <p:cNvPr id="171" name="立方体 170"/>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2" name="立方体 171"/>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 name="立方体 172"/>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7" name="立方体 176"/>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8" name="立方体 177"/>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1" name="立方体 180"/>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2" name="立方体 181"/>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5" name="立方体 184"/>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6" name="立方体 185"/>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8" name="组合 187"/>
              <p:cNvGrpSpPr>
                <a:grpSpLocks noChangeAspect="1"/>
              </p:cNvGrpSpPr>
              <p:nvPr/>
            </p:nvGrpSpPr>
            <p:grpSpPr>
              <a:xfrm>
                <a:off x="1730" y="2470"/>
                <a:ext cx="482" cy="478"/>
                <a:chOff x="8304389" y="2157934"/>
                <a:chExt cx="2017948" cy="2001327"/>
              </a:xfrm>
              <a:grpFill/>
            </p:grpSpPr>
            <p:sp>
              <p:nvSpPr>
                <p:cNvPr id="189" name="立方体 188"/>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0" name="立方体 189"/>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1" name="立方体 190"/>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2" name="立方体 191"/>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3" name="立方体 192"/>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4" name="立方体 193"/>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5" name="立方体 194"/>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6" name="立方体 195"/>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7" name="立方体 196"/>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8" name="组合 197"/>
              <p:cNvGrpSpPr>
                <a:grpSpLocks noChangeAspect="1"/>
              </p:cNvGrpSpPr>
              <p:nvPr/>
            </p:nvGrpSpPr>
            <p:grpSpPr>
              <a:xfrm>
                <a:off x="2186" y="2470"/>
                <a:ext cx="482" cy="478"/>
                <a:chOff x="8304389" y="2157934"/>
                <a:chExt cx="2017948" cy="2001327"/>
              </a:xfrm>
              <a:grpFill/>
            </p:grpSpPr>
            <p:sp>
              <p:nvSpPr>
                <p:cNvPr id="199" name="立方体 198"/>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0" name="立方体 199"/>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1" name="立方体 200"/>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2" name="立方体 201"/>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3" name="立方体 202"/>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4" name="立方体 203"/>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5" name="立方体 204"/>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6" name="立方体 205"/>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07" name="立方体 206"/>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208" name="组合 207"/>
              <p:cNvGrpSpPr>
                <a:grpSpLocks noChangeAspect="1"/>
              </p:cNvGrpSpPr>
              <p:nvPr/>
            </p:nvGrpSpPr>
            <p:grpSpPr>
              <a:xfrm>
                <a:off x="2638" y="2470"/>
                <a:ext cx="482" cy="478"/>
                <a:chOff x="8304389" y="2157934"/>
                <a:chExt cx="2017948" cy="2001327"/>
              </a:xfrm>
              <a:grpFill/>
            </p:grpSpPr>
            <p:sp>
              <p:nvSpPr>
                <p:cNvPr id="209" name="立方体 208"/>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0" name="立方体 209"/>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1" name="立方体 210"/>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2" name="立方体 211"/>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3" name="立方体 212"/>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4" name="立方体 213"/>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5" name="立方体 214"/>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16" name="立方体 215"/>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17" name="立方体 216"/>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57" name="组合 156"/>
            <p:cNvGrpSpPr/>
            <p:nvPr/>
          </p:nvGrpSpPr>
          <p:grpSpPr>
            <a:xfrm>
              <a:off x="1266" y="2470"/>
              <a:ext cx="1854" cy="478"/>
              <a:chOff x="1266" y="2470"/>
              <a:chExt cx="1854" cy="478"/>
            </a:xfrm>
            <a:grpFill/>
          </p:grpSpPr>
          <p:grpSp>
            <p:nvGrpSpPr>
              <p:cNvPr id="39" name="组合 38"/>
              <p:cNvGrpSpPr>
                <a:grpSpLocks noChangeAspect="1"/>
              </p:cNvGrpSpPr>
              <p:nvPr/>
            </p:nvGrpSpPr>
            <p:grpSpPr>
              <a:xfrm>
                <a:off x="1266" y="2470"/>
                <a:ext cx="482" cy="478"/>
                <a:chOff x="8304389" y="2157934"/>
                <a:chExt cx="2017948" cy="2001327"/>
              </a:xfrm>
              <a:grpFill/>
            </p:grpSpPr>
            <p:sp>
              <p:nvSpPr>
                <p:cNvPr id="40" name="立方体 39"/>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 name="立方体 40"/>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2" name="立方体 41"/>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3" name="立方体 42"/>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 name="立方体 43"/>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 name="立方体 44"/>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6" name="立方体 45"/>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 name="立方体 152"/>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5" name="立方体 154"/>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7" name="组合 46"/>
              <p:cNvGrpSpPr>
                <a:grpSpLocks noChangeAspect="1"/>
              </p:cNvGrpSpPr>
              <p:nvPr/>
            </p:nvGrpSpPr>
            <p:grpSpPr>
              <a:xfrm>
                <a:off x="1730" y="2470"/>
                <a:ext cx="482" cy="478"/>
                <a:chOff x="8304389" y="2157934"/>
                <a:chExt cx="2017948" cy="2001327"/>
              </a:xfrm>
              <a:grpFill/>
            </p:grpSpPr>
            <p:sp>
              <p:nvSpPr>
                <p:cNvPr id="48" name="立方体 47"/>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 name="立方体 48"/>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0" name="立方体 49"/>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1" name="立方体 50"/>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 name="立方体 51"/>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3" name="立方体 52"/>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 name="立方体 53"/>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5" name="立方体 54"/>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56" name="立方体 55"/>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57" name="组合 56"/>
              <p:cNvGrpSpPr>
                <a:grpSpLocks noChangeAspect="1"/>
              </p:cNvGrpSpPr>
              <p:nvPr/>
            </p:nvGrpSpPr>
            <p:grpSpPr>
              <a:xfrm>
                <a:off x="2186" y="2470"/>
                <a:ext cx="482" cy="478"/>
                <a:chOff x="8304389" y="2157934"/>
                <a:chExt cx="2017948" cy="2001327"/>
              </a:xfrm>
              <a:grpFill/>
            </p:grpSpPr>
            <p:sp>
              <p:nvSpPr>
                <p:cNvPr id="58" name="立方体 57"/>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 name="立方体 58"/>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 name="立方体 59"/>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 name="立方体 60"/>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立方体 16"/>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3" name="立方体 62"/>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4" name="立方体 63"/>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5" name="立方体 64"/>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66" name="立方体 65"/>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67" name="组合 66"/>
              <p:cNvGrpSpPr>
                <a:grpSpLocks noChangeAspect="1"/>
              </p:cNvGrpSpPr>
              <p:nvPr/>
            </p:nvGrpSpPr>
            <p:grpSpPr>
              <a:xfrm>
                <a:off x="2638" y="2470"/>
                <a:ext cx="482" cy="478"/>
                <a:chOff x="8304389" y="2157934"/>
                <a:chExt cx="2017948" cy="2001327"/>
              </a:xfrm>
              <a:grpFill/>
            </p:grpSpPr>
            <p:sp>
              <p:nvSpPr>
                <p:cNvPr id="68" name="立方体 67"/>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9" name="立方体 68"/>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 name="立方体 17"/>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立方体 18"/>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 name="立方体 144"/>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6" name="立方体 145"/>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 name="立方体 146"/>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 name="立方体 147"/>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2" name="立方体 151"/>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21" name="组合 20"/>
          <p:cNvGrpSpPr/>
          <p:nvPr/>
        </p:nvGrpSpPr>
        <p:grpSpPr>
          <a:xfrm rot="0">
            <a:off x="8522335" y="1898015"/>
            <a:ext cx="1065530" cy="990600"/>
            <a:chOff x="1262" y="2470"/>
            <a:chExt cx="1858" cy="1780"/>
          </a:xfrm>
          <a:solidFill>
            <a:schemeClr val="accent2">
              <a:lumMod val="40000"/>
              <a:lumOff val="60000"/>
            </a:schemeClr>
          </a:solidFill>
        </p:grpSpPr>
        <p:grpSp>
          <p:nvGrpSpPr>
            <p:cNvPr id="22" name="组合 21"/>
            <p:cNvGrpSpPr/>
            <p:nvPr/>
          </p:nvGrpSpPr>
          <p:grpSpPr>
            <a:xfrm>
              <a:off x="1262" y="3346"/>
              <a:ext cx="1854" cy="905"/>
              <a:chOff x="1199" y="3409"/>
              <a:chExt cx="1854" cy="905"/>
            </a:xfrm>
            <a:grpFill/>
          </p:grpSpPr>
          <p:grpSp>
            <p:nvGrpSpPr>
              <p:cNvPr id="23" name="组合 22"/>
              <p:cNvGrpSpPr/>
              <p:nvPr/>
            </p:nvGrpSpPr>
            <p:grpSpPr>
              <a:xfrm>
                <a:off x="1199" y="3836"/>
                <a:ext cx="1854" cy="478"/>
                <a:chOff x="1266" y="2470"/>
                <a:chExt cx="1854" cy="478"/>
              </a:xfrm>
              <a:grpFill/>
            </p:grpSpPr>
            <p:grpSp>
              <p:nvGrpSpPr>
                <p:cNvPr id="24" name="组合 23"/>
                <p:cNvGrpSpPr>
                  <a:grpSpLocks noChangeAspect="1"/>
                </p:cNvGrpSpPr>
                <p:nvPr/>
              </p:nvGrpSpPr>
              <p:grpSpPr>
                <a:xfrm>
                  <a:off x="1266" y="2470"/>
                  <a:ext cx="482" cy="478"/>
                  <a:chOff x="8304389" y="2157934"/>
                  <a:chExt cx="2017948" cy="2001327"/>
                </a:xfrm>
                <a:grpFill/>
              </p:grpSpPr>
              <p:sp>
                <p:nvSpPr>
                  <p:cNvPr id="25" name="立方体 24"/>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 name="立方体 25"/>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立方体 26"/>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立方体 27"/>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立方体 28"/>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立方体 29"/>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 name="立方体 30"/>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 name="立方体 31"/>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33" name="立方体 32"/>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34" name="组合 33"/>
                <p:cNvGrpSpPr>
                  <a:grpSpLocks noChangeAspect="1"/>
                </p:cNvGrpSpPr>
                <p:nvPr/>
              </p:nvGrpSpPr>
              <p:grpSpPr>
                <a:xfrm>
                  <a:off x="1730" y="2470"/>
                  <a:ext cx="482" cy="478"/>
                  <a:chOff x="8304389" y="2157934"/>
                  <a:chExt cx="2017948" cy="2001327"/>
                </a:xfrm>
                <a:grpFill/>
              </p:grpSpPr>
              <p:sp>
                <p:nvSpPr>
                  <p:cNvPr id="35" name="立方体 34"/>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6" name="立方体 35"/>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 name="立方体 36"/>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 name="立方体 37"/>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0" name="立方体 69"/>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2" name="立方体 71"/>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4" name="立方体 73"/>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5" name="立方体 74"/>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76" name="立方体 75"/>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78" name="组合 77"/>
                <p:cNvGrpSpPr>
                  <a:grpSpLocks noChangeAspect="1"/>
                </p:cNvGrpSpPr>
                <p:nvPr/>
              </p:nvGrpSpPr>
              <p:grpSpPr>
                <a:xfrm>
                  <a:off x="2186" y="2470"/>
                  <a:ext cx="482" cy="478"/>
                  <a:chOff x="8304389" y="2157934"/>
                  <a:chExt cx="2017948" cy="2001327"/>
                </a:xfrm>
                <a:grpFill/>
              </p:grpSpPr>
              <p:sp>
                <p:nvSpPr>
                  <p:cNvPr id="79" name="立方体 78"/>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0" name="立方体 79"/>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1" name="立方体 80"/>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3" name="立方体 82"/>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4" name="立方体 83"/>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7" name="立方体 86"/>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8" name="立方体 87"/>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9" name="立方体 88"/>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0" name="立方体 89"/>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91" name="组合 90"/>
                <p:cNvGrpSpPr>
                  <a:grpSpLocks noChangeAspect="1"/>
                </p:cNvGrpSpPr>
                <p:nvPr/>
              </p:nvGrpSpPr>
              <p:grpSpPr>
                <a:xfrm>
                  <a:off x="2638" y="2470"/>
                  <a:ext cx="482" cy="478"/>
                  <a:chOff x="8304389" y="2157934"/>
                  <a:chExt cx="2017948" cy="2001327"/>
                </a:xfrm>
                <a:grpFill/>
              </p:grpSpPr>
              <p:sp>
                <p:nvSpPr>
                  <p:cNvPr id="96" name="立方体 95"/>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1" name="立方体 100"/>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2" name="立方体 101"/>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3" name="立方体 102"/>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5" name="立方体 104"/>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6" name="立方体 105"/>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7" name="立方体 106"/>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8" name="立方体 107"/>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09" name="立方体 108"/>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10" name="组合 109"/>
              <p:cNvGrpSpPr/>
              <p:nvPr/>
            </p:nvGrpSpPr>
            <p:grpSpPr>
              <a:xfrm>
                <a:off x="1199" y="3409"/>
                <a:ext cx="1854" cy="478"/>
                <a:chOff x="1266" y="2470"/>
                <a:chExt cx="1854" cy="478"/>
              </a:xfrm>
              <a:grpFill/>
            </p:grpSpPr>
            <p:grpSp>
              <p:nvGrpSpPr>
                <p:cNvPr id="111" name="组合 110"/>
                <p:cNvGrpSpPr>
                  <a:grpSpLocks noChangeAspect="1"/>
                </p:cNvGrpSpPr>
                <p:nvPr/>
              </p:nvGrpSpPr>
              <p:grpSpPr>
                <a:xfrm>
                  <a:off x="1266" y="2470"/>
                  <a:ext cx="482" cy="478"/>
                  <a:chOff x="8304389" y="2157934"/>
                  <a:chExt cx="2017948" cy="2001327"/>
                </a:xfrm>
                <a:grpFill/>
              </p:grpSpPr>
              <p:sp>
                <p:nvSpPr>
                  <p:cNvPr id="112" name="立方体 111"/>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3" name="立方体 112"/>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4" name="立方体 113"/>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5" name="立方体 114"/>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6" name="立方体 115"/>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7" name="立方体 116"/>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8" name="立方体 117"/>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9" name="立方体 118"/>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20" name="立方体 119"/>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21" name="组合 120"/>
                <p:cNvGrpSpPr>
                  <a:grpSpLocks noChangeAspect="1"/>
                </p:cNvGrpSpPr>
                <p:nvPr/>
              </p:nvGrpSpPr>
              <p:grpSpPr>
                <a:xfrm>
                  <a:off x="1730" y="2470"/>
                  <a:ext cx="482" cy="478"/>
                  <a:chOff x="8304389" y="2157934"/>
                  <a:chExt cx="2017948" cy="2001327"/>
                </a:xfrm>
                <a:grpFill/>
              </p:grpSpPr>
              <p:sp>
                <p:nvSpPr>
                  <p:cNvPr id="122" name="立方体 121"/>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3" name="立方体 122"/>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4" name="立方体 123"/>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5" name="立方体 124"/>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6" name="立方体 125"/>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7" name="立方体 126"/>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8" name="立方体 127"/>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9" name="立方体 128"/>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3" name="立方体 132"/>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4" name="组合 133"/>
                <p:cNvGrpSpPr>
                  <a:grpSpLocks noChangeAspect="1"/>
                </p:cNvGrpSpPr>
                <p:nvPr/>
              </p:nvGrpSpPr>
              <p:grpSpPr>
                <a:xfrm>
                  <a:off x="2186" y="2470"/>
                  <a:ext cx="482" cy="478"/>
                  <a:chOff x="8304389" y="2157934"/>
                  <a:chExt cx="2017948" cy="2001327"/>
                </a:xfrm>
                <a:grpFill/>
              </p:grpSpPr>
              <p:sp>
                <p:nvSpPr>
                  <p:cNvPr id="135" name="立方体 134"/>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 name="立方体 135"/>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 name="立方体 136"/>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 name="立方体 137"/>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 name="立方体 138"/>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 name="立方体 139"/>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 name="立方体 140"/>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 name="立方体 141"/>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3" name="立方体 142"/>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4" name="组合 143"/>
                <p:cNvGrpSpPr>
                  <a:grpSpLocks noChangeAspect="1"/>
                </p:cNvGrpSpPr>
                <p:nvPr/>
              </p:nvGrpSpPr>
              <p:grpSpPr>
                <a:xfrm>
                  <a:off x="2638" y="2470"/>
                  <a:ext cx="482" cy="478"/>
                  <a:chOff x="8304389" y="2157934"/>
                  <a:chExt cx="2017948" cy="2001327"/>
                </a:xfrm>
                <a:grpFill/>
              </p:grpSpPr>
              <p:sp>
                <p:nvSpPr>
                  <p:cNvPr id="149" name="立方体 148"/>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0" name="立方体 149"/>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 name="立方体 150"/>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4" name="立方体 153"/>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 name="立方体 155"/>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8" name="立方体 157"/>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9" name="立方体 158"/>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0" name="立方体 159"/>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1" name="立方体 160"/>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62" name="组合 161"/>
            <p:cNvGrpSpPr/>
            <p:nvPr/>
          </p:nvGrpSpPr>
          <p:grpSpPr>
            <a:xfrm>
              <a:off x="1266" y="2897"/>
              <a:ext cx="1854" cy="478"/>
              <a:chOff x="1266" y="2470"/>
              <a:chExt cx="1854" cy="478"/>
            </a:xfrm>
            <a:grpFill/>
          </p:grpSpPr>
          <p:grpSp>
            <p:nvGrpSpPr>
              <p:cNvPr id="163" name="组合 162"/>
              <p:cNvGrpSpPr>
                <a:grpSpLocks noChangeAspect="1"/>
              </p:cNvGrpSpPr>
              <p:nvPr/>
            </p:nvGrpSpPr>
            <p:grpSpPr>
              <a:xfrm>
                <a:off x="1266" y="2470"/>
                <a:ext cx="482" cy="478"/>
                <a:chOff x="8304389" y="2157934"/>
                <a:chExt cx="2017948" cy="2001327"/>
              </a:xfrm>
              <a:grpFill/>
            </p:grpSpPr>
            <p:sp>
              <p:nvSpPr>
                <p:cNvPr id="164" name="立方体 163"/>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 name="立方体 164"/>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6" name="立方体 165"/>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7" name="立方体 166"/>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8" name="立方体 167"/>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4" name="立方体 173"/>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5" name="立方体 174"/>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6" name="立方体 175"/>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9" name="立方体 178"/>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0" name="组合 179"/>
              <p:cNvGrpSpPr>
                <a:grpSpLocks noChangeAspect="1"/>
              </p:cNvGrpSpPr>
              <p:nvPr/>
            </p:nvGrpSpPr>
            <p:grpSpPr>
              <a:xfrm>
                <a:off x="1730" y="2470"/>
                <a:ext cx="482" cy="478"/>
                <a:chOff x="8304389" y="2157934"/>
                <a:chExt cx="2017948" cy="2001327"/>
              </a:xfrm>
              <a:grpFill/>
            </p:grpSpPr>
            <p:sp>
              <p:nvSpPr>
                <p:cNvPr id="183" name="立方体 182"/>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4" name="立方体 183"/>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7" name="立方体 186"/>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6" name="立方体 275"/>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7" name="立方体 276"/>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8" name="立方体 277"/>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8" name="立方体 297"/>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38" name="立方体 637"/>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639" name="立方体 638"/>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640" name="组合 639"/>
              <p:cNvGrpSpPr>
                <a:grpSpLocks noChangeAspect="1"/>
              </p:cNvGrpSpPr>
              <p:nvPr/>
            </p:nvGrpSpPr>
            <p:grpSpPr>
              <a:xfrm>
                <a:off x="2186" y="2470"/>
                <a:ext cx="482" cy="478"/>
                <a:chOff x="8304389" y="2157934"/>
                <a:chExt cx="2017948" cy="2001327"/>
              </a:xfrm>
              <a:grpFill/>
            </p:grpSpPr>
            <p:sp>
              <p:nvSpPr>
                <p:cNvPr id="641" name="立方体 640"/>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42" name="立方体 641"/>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43" name="立方体 642"/>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44" name="立方体 643"/>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45" name="立方体 644"/>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46" name="立方体 645"/>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47" name="立方体 646"/>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48" name="立方体 647"/>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649" name="立方体 648"/>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650" name="组合 649"/>
              <p:cNvGrpSpPr>
                <a:grpSpLocks noChangeAspect="1"/>
              </p:cNvGrpSpPr>
              <p:nvPr/>
            </p:nvGrpSpPr>
            <p:grpSpPr>
              <a:xfrm>
                <a:off x="2638" y="2470"/>
                <a:ext cx="482" cy="478"/>
                <a:chOff x="8304389" y="2157934"/>
                <a:chExt cx="2017948" cy="2001327"/>
              </a:xfrm>
              <a:grpFill/>
            </p:grpSpPr>
            <p:sp>
              <p:nvSpPr>
                <p:cNvPr id="651" name="立方体 650"/>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52" name="立方体 651"/>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53" name="立方体 652"/>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54" name="立方体 653"/>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55" name="立方体 654"/>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56" name="立方体 655"/>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57" name="立方体 656"/>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58" name="立方体 657"/>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659" name="立方体 658"/>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660" name="组合 659"/>
            <p:cNvGrpSpPr/>
            <p:nvPr/>
          </p:nvGrpSpPr>
          <p:grpSpPr>
            <a:xfrm>
              <a:off x="1266" y="2470"/>
              <a:ext cx="1854" cy="478"/>
              <a:chOff x="1266" y="2470"/>
              <a:chExt cx="1854" cy="478"/>
            </a:xfrm>
            <a:grpFill/>
          </p:grpSpPr>
          <p:grpSp>
            <p:nvGrpSpPr>
              <p:cNvPr id="661" name="组合 660"/>
              <p:cNvGrpSpPr>
                <a:grpSpLocks noChangeAspect="1"/>
              </p:cNvGrpSpPr>
              <p:nvPr/>
            </p:nvGrpSpPr>
            <p:grpSpPr>
              <a:xfrm>
                <a:off x="1266" y="2470"/>
                <a:ext cx="482" cy="478"/>
                <a:chOff x="8304389" y="2157934"/>
                <a:chExt cx="2017948" cy="2001327"/>
              </a:xfrm>
              <a:grpFill/>
            </p:grpSpPr>
            <p:sp>
              <p:nvSpPr>
                <p:cNvPr id="662" name="立方体 661"/>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63" name="立方体 662"/>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64" name="立方体 663"/>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65" name="立方体 664"/>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66" name="立方体 665"/>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67" name="立方体 666"/>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68" name="立方体 667"/>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69" name="立方体 668"/>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670" name="立方体 669"/>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671" name="组合 670"/>
              <p:cNvGrpSpPr>
                <a:grpSpLocks noChangeAspect="1"/>
              </p:cNvGrpSpPr>
              <p:nvPr/>
            </p:nvGrpSpPr>
            <p:grpSpPr>
              <a:xfrm>
                <a:off x="1730" y="2470"/>
                <a:ext cx="482" cy="478"/>
                <a:chOff x="8304389" y="2157934"/>
                <a:chExt cx="2017948" cy="2001327"/>
              </a:xfrm>
              <a:grpFill/>
            </p:grpSpPr>
            <p:sp>
              <p:nvSpPr>
                <p:cNvPr id="672" name="立方体 671"/>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73" name="立方体 672"/>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74" name="立方体 673"/>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75" name="立方体 674"/>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76" name="立方体 675"/>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77" name="立方体 676"/>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78" name="立方体 677"/>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79" name="立方体 678"/>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680" name="立方体 679"/>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681" name="组合 680"/>
              <p:cNvGrpSpPr>
                <a:grpSpLocks noChangeAspect="1"/>
              </p:cNvGrpSpPr>
              <p:nvPr/>
            </p:nvGrpSpPr>
            <p:grpSpPr>
              <a:xfrm>
                <a:off x="2186" y="2470"/>
                <a:ext cx="482" cy="478"/>
                <a:chOff x="8304389" y="2157934"/>
                <a:chExt cx="2017948" cy="2001327"/>
              </a:xfrm>
              <a:grpFill/>
            </p:grpSpPr>
            <p:sp>
              <p:nvSpPr>
                <p:cNvPr id="682" name="立方体 681"/>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83" name="立方体 682"/>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84" name="立方体 683"/>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85" name="立方体 684"/>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86" name="立方体 685"/>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87" name="立方体 686"/>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88" name="立方体 687"/>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89" name="立方体 688"/>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690" name="立方体 689"/>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691" name="组合 690"/>
              <p:cNvGrpSpPr>
                <a:grpSpLocks noChangeAspect="1"/>
              </p:cNvGrpSpPr>
              <p:nvPr/>
            </p:nvGrpSpPr>
            <p:grpSpPr>
              <a:xfrm>
                <a:off x="2638" y="2470"/>
                <a:ext cx="482" cy="478"/>
                <a:chOff x="8304389" y="2157934"/>
                <a:chExt cx="2017948" cy="2001327"/>
              </a:xfrm>
              <a:grpFill/>
            </p:grpSpPr>
            <p:sp>
              <p:nvSpPr>
                <p:cNvPr id="692" name="立方体 691"/>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93" name="立方体 692"/>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94" name="立方体 693"/>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95" name="立方体 694"/>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96" name="立方体 695"/>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97" name="立方体 696"/>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98" name="立方体 697"/>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99" name="立方体 698"/>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700" name="立方体 699"/>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306" name="组合 305"/>
          <p:cNvGrpSpPr/>
          <p:nvPr/>
        </p:nvGrpSpPr>
        <p:grpSpPr>
          <a:xfrm rot="0">
            <a:off x="6896735" y="2353310"/>
            <a:ext cx="970915" cy="989330"/>
            <a:chOff x="1262" y="2470"/>
            <a:chExt cx="1858" cy="1781"/>
          </a:xfrm>
          <a:solidFill>
            <a:schemeClr val="bg1">
              <a:lumMod val="95000"/>
            </a:schemeClr>
          </a:solidFill>
        </p:grpSpPr>
        <p:grpSp>
          <p:nvGrpSpPr>
            <p:cNvPr id="307" name="组合 306"/>
            <p:cNvGrpSpPr/>
            <p:nvPr/>
          </p:nvGrpSpPr>
          <p:grpSpPr>
            <a:xfrm>
              <a:off x="1262" y="3346"/>
              <a:ext cx="1854" cy="905"/>
              <a:chOff x="1199" y="3409"/>
              <a:chExt cx="1854" cy="905"/>
            </a:xfrm>
            <a:grpFill/>
          </p:grpSpPr>
          <p:grpSp>
            <p:nvGrpSpPr>
              <p:cNvPr id="308" name="组合 307"/>
              <p:cNvGrpSpPr/>
              <p:nvPr/>
            </p:nvGrpSpPr>
            <p:grpSpPr>
              <a:xfrm>
                <a:off x="1199" y="3836"/>
                <a:ext cx="1854" cy="478"/>
                <a:chOff x="1266" y="2470"/>
                <a:chExt cx="1854" cy="478"/>
              </a:xfrm>
              <a:grpFill/>
            </p:grpSpPr>
            <p:grpSp>
              <p:nvGrpSpPr>
                <p:cNvPr id="309" name="组合 308"/>
                <p:cNvGrpSpPr>
                  <a:grpSpLocks noChangeAspect="1"/>
                </p:cNvGrpSpPr>
                <p:nvPr/>
              </p:nvGrpSpPr>
              <p:grpSpPr>
                <a:xfrm>
                  <a:off x="1266" y="2470"/>
                  <a:ext cx="482" cy="478"/>
                  <a:chOff x="8304389" y="2157934"/>
                  <a:chExt cx="2017948" cy="2001327"/>
                </a:xfrm>
                <a:grpFill/>
              </p:grpSpPr>
              <p:sp>
                <p:nvSpPr>
                  <p:cNvPr id="310" name="立方体 309"/>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1" name="立方体 310"/>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2" name="立方体 311"/>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3" name="立方体 312"/>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4" name="立方体 313"/>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5" name="立方体 314"/>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6" name="立方体 315"/>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7" name="立方体 316"/>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318" name="立方体 317"/>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319" name="组合 318"/>
                <p:cNvGrpSpPr>
                  <a:grpSpLocks noChangeAspect="1"/>
                </p:cNvGrpSpPr>
                <p:nvPr/>
              </p:nvGrpSpPr>
              <p:grpSpPr>
                <a:xfrm>
                  <a:off x="1730" y="2470"/>
                  <a:ext cx="482" cy="478"/>
                  <a:chOff x="8304389" y="2157934"/>
                  <a:chExt cx="2017948" cy="2001327"/>
                </a:xfrm>
                <a:grpFill/>
              </p:grpSpPr>
              <p:sp>
                <p:nvSpPr>
                  <p:cNvPr id="320" name="立方体 319"/>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1" name="立方体 320"/>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2" name="立方体 321"/>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3" name="立方体 322"/>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4" name="立方体 323"/>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5" name="立方体 324"/>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6" name="立方体 325"/>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7" name="立方体 326"/>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328" name="立方体 327"/>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329" name="组合 328"/>
                <p:cNvGrpSpPr>
                  <a:grpSpLocks noChangeAspect="1"/>
                </p:cNvGrpSpPr>
                <p:nvPr/>
              </p:nvGrpSpPr>
              <p:grpSpPr>
                <a:xfrm>
                  <a:off x="2186" y="2470"/>
                  <a:ext cx="482" cy="478"/>
                  <a:chOff x="8304389" y="2157934"/>
                  <a:chExt cx="2017948" cy="2001327"/>
                </a:xfrm>
                <a:grpFill/>
              </p:grpSpPr>
              <p:sp>
                <p:nvSpPr>
                  <p:cNvPr id="330" name="立方体 329"/>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1" name="立方体 330"/>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2" name="立方体 331"/>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3" name="立方体 332"/>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4" name="立方体 333"/>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5" name="立方体 334"/>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6" name="立方体 335"/>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37" name="立方体 336"/>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338" name="立方体 337"/>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339" name="组合 338"/>
                <p:cNvGrpSpPr>
                  <a:grpSpLocks noChangeAspect="1"/>
                </p:cNvGrpSpPr>
                <p:nvPr/>
              </p:nvGrpSpPr>
              <p:grpSpPr>
                <a:xfrm>
                  <a:off x="2638" y="2470"/>
                  <a:ext cx="482" cy="478"/>
                  <a:chOff x="8304389" y="2157934"/>
                  <a:chExt cx="2017948" cy="2001327"/>
                </a:xfrm>
                <a:grpFill/>
              </p:grpSpPr>
              <p:sp>
                <p:nvSpPr>
                  <p:cNvPr id="340" name="立方体 339"/>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1" name="立方体 340"/>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2" name="立方体 341"/>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3" name="立方体 342"/>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4" name="立方体 343"/>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5" name="立方体 344"/>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6" name="立方体 345"/>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47" name="立方体 346"/>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348" name="立方体 347"/>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349" name="组合 348"/>
              <p:cNvGrpSpPr/>
              <p:nvPr/>
            </p:nvGrpSpPr>
            <p:grpSpPr>
              <a:xfrm>
                <a:off x="1199" y="3409"/>
                <a:ext cx="1854" cy="478"/>
                <a:chOff x="1266" y="2470"/>
                <a:chExt cx="1854" cy="478"/>
              </a:xfrm>
              <a:grpFill/>
            </p:grpSpPr>
            <p:grpSp>
              <p:nvGrpSpPr>
                <p:cNvPr id="350" name="组合 349"/>
                <p:cNvGrpSpPr>
                  <a:grpSpLocks noChangeAspect="1"/>
                </p:cNvGrpSpPr>
                <p:nvPr/>
              </p:nvGrpSpPr>
              <p:grpSpPr>
                <a:xfrm>
                  <a:off x="1266" y="2470"/>
                  <a:ext cx="482" cy="478"/>
                  <a:chOff x="8304389" y="2157934"/>
                  <a:chExt cx="2017948" cy="2001327"/>
                </a:xfrm>
                <a:grpFill/>
              </p:grpSpPr>
              <p:sp>
                <p:nvSpPr>
                  <p:cNvPr id="351" name="立方体 350"/>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2" name="立方体 351"/>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3" name="立方体 352"/>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4" name="立方体 353"/>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5" name="立方体 354"/>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6" name="立方体 355"/>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7" name="立方体 356"/>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8" name="立方体 357"/>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359" name="立方体 358"/>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360" name="组合 359"/>
                <p:cNvGrpSpPr>
                  <a:grpSpLocks noChangeAspect="1"/>
                </p:cNvGrpSpPr>
                <p:nvPr/>
              </p:nvGrpSpPr>
              <p:grpSpPr>
                <a:xfrm>
                  <a:off x="1730" y="2470"/>
                  <a:ext cx="482" cy="478"/>
                  <a:chOff x="8304389" y="2157934"/>
                  <a:chExt cx="2017948" cy="2001327"/>
                </a:xfrm>
                <a:grpFill/>
              </p:grpSpPr>
              <p:sp>
                <p:nvSpPr>
                  <p:cNvPr id="361" name="立方体 360"/>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62" name="立方体 361"/>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63" name="立方体 362"/>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64" name="立方体 363"/>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65" name="立方体 364"/>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66" name="立方体 365"/>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67" name="立方体 366"/>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68" name="立方体 367"/>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369" name="立方体 368"/>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370" name="组合 369"/>
                <p:cNvGrpSpPr>
                  <a:grpSpLocks noChangeAspect="1"/>
                </p:cNvGrpSpPr>
                <p:nvPr/>
              </p:nvGrpSpPr>
              <p:grpSpPr>
                <a:xfrm>
                  <a:off x="2186" y="2470"/>
                  <a:ext cx="482" cy="478"/>
                  <a:chOff x="8304389" y="2157934"/>
                  <a:chExt cx="2017948" cy="2001327"/>
                </a:xfrm>
                <a:grpFill/>
              </p:grpSpPr>
              <p:sp>
                <p:nvSpPr>
                  <p:cNvPr id="371" name="立方体 370"/>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2" name="立方体 371"/>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3" name="立方体 372"/>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4" name="立方体 373"/>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5" name="立方体 374"/>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6" name="立方体 375"/>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7" name="立方体 376"/>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8" name="立方体 377"/>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379" name="立方体 378"/>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380" name="组合 379"/>
                <p:cNvGrpSpPr>
                  <a:grpSpLocks noChangeAspect="1"/>
                </p:cNvGrpSpPr>
                <p:nvPr/>
              </p:nvGrpSpPr>
              <p:grpSpPr>
                <a:xfrm>
                  <a:off x="2638" y="2470"/>
                  <a:ext cx="482" cy="478"/>
                  <a:chOff x="8304389" y="2157934"/>
                  <a:chExt cx="2017948" cy="2001327"/>
                </a:xfrm>
                <a:grpFill/>
              </p:grpSpPr>
              <p:sp>
                <p:nvSpPr>
                  <p:cNvPr id="381" name="立方体 380"/>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2" name="立方体 381"/>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3" name="立方体 382"/>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4" name="立方体 383"/>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5" name="立方体 384"/>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6" name="立方体 385"/>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7" name="立方体 386"/>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8" name="立方体 387"/>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389" name="立方体 388"/>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390" name="组合 389"/>
            <p:cNvGrpSpPr/>
            <p:nvPr/>
          </p:nvGrpSpPr>
          <p:grpSpPr>
            <a:xfrm>
              <a:off x="1266" y="2897"/>
              <a:ext cx="1854" cy="478"/>
              <a:chOff x="1266" y="2470"/>
              <a:chExt cx="1854" cy="478"/>
            </a:xfrm>
            <a:grpFill/>
          </p:grpSpPr>
          <p:grpSp>
            <p:nvGrpSpPr>
              <p:cNvPr id="391" name="组合 390"/>
              <p:cNvGrpSpPr>
                <a:grpSpLocks noChangeAspect="1"/>
              </p:cNvGrpSpPr>
              <p:nvPr/>
            </p:nvGrpSpPr>
            <p:grpSpPr>
              <a:xfrm>
                <a:off x="1266" y="2470"/>
                <a:ext cx="482" cy="478"/>
                <a:chOff x="8304389" y="2157934"/>
                <a:chExt cx="2017948" cy="2001327"/>
              </a:xfrm>
              <a:grpFill/>
            </p:grpSpPr>
            <p:sp>
              <p:nvSpPr>
                <p:cNvPr id="392" name="立方体 391"/>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3" name="立方体 392"/>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4" name="立方体 393"/>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5" name="立方体 394"/>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6" name="立方体 395"/>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7" name="立方体 396"/>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8" name="立方体 397"/>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99" name="立方体 398"/>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400" name="立方体 399"/>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01" name="组合 400"/>
              <p:cNvGrpSpPr>
                <a:grpSpLocks noChangeAspect="1"/>
              </p:cNvGrpSpPr>
              <p:nvPr/>
            </p:nvGrpSpPr>
            <p:grpSpPr>
              <a:xfrm>
                <a:off x="1730" y="2470"/>
                <a:ext cx="482" cy="478"/>
                <a:chOff x="8304389" y="2157934"/>
                <a:chExt cx="2017948" cy="2001327"/>
              </a:xfrm>
              <a:grpFill/>
            </p:grpSpPr>
            <p:sp>
              <p:nvSpPr>
                <p:cNvPr id="402" name="立方体 401"/>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3" name="立方体 402"/>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4" name="立方体 403"/>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5" name="立方体 404"/>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6" name="立方体 405"/>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7" name="立方体 406"/>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8" name="立方体 407"/>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09" name="立方体 408"/>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410" name="立方体 409"/>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11" name="组合 410"/>
              <p:cNvGrpSpPr>
                <a:grpSpLocks noChangeAspect="1"/>
              </p:cNvGrpSpPr>
              <p:nvPr/>
            </p:nvGrpSpPr>
            <p:grpSpPr>
              <a:xfrm>
                <a:off x="2186" y="2470"/>
                <a:ext cx="482" cy="478"/>
                <a:chOff x="8304389" y="2157934"/>
                <a:chExt cx="2017948" cy="2001327"/>
              </a:xfrm>
              <a:grpFill/>
            </p:grpSpPr>
            <p:sp>
              <p:nvSpPr>
                <p:cNvPr id="412" name="立方体 411"/>
                <p:cNvSpPr>
                  <a:spLocks noChangeAspect="1"/>
                </p:cNvSpPr>
                <p:nvPr/>
              </p:nvSpPr>
              <p:spPr>
                <a:xfrm>
                  <a:off x="8320453" y="3338112"/>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3" name="立方体 412"/>
                <p:cNvSpPr>
                  <a:spLocks noChangeAspect="1"/>
                </p:cNvSpPr>
                <p:nvPr/>
              </p:nvSpPr>
              <p:spPr>
                <a:xfrm>
                  <a:off x="8919821" y="3372128"/>
                  <a:ext cx="791270" cy="787133"/>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4" name="立方体 413"/>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5" name="立方体 414"/>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6" name="立方体 415"/>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7" name="立方体 416"/>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8" name="立方体 417"/>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9" name="立方体 418"/>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420" name="立方体 419"/>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21" name="组合 420"/>
              <p:cNvGrpSpPr>
                <a:grpSpLocks noChangeAspect="1"/>
              </p:cNvGrpSpPr>
              <p:nvPr/>
            </p:nvGrpSpPr>
            <p:grpSpPr>
              <a:xfrm>
                <a:off x="2638" y="2470"/>
                <a:ext cx="482" cy="478"/>
                <a:chOff x="8304389" y="2157934"/>
                <a:chExt cx="2017948" cy="2001327"/>
              </a:xfrm>
              <a:grpFill/>
            </p:grpSpPr>
            <p:sp>
              <p:nvSpPr>
                <p:cNvPr id="422" name="立方体 421"/>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23" name="立方体 422"/>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24" name="立方体 423"/>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25" name="立方体 424"/>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26" name="立方体 425"/>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27" name="立方体 426"/>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28" name="立方体 427"/>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29" name="立方体 428"/>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430" name="立方体 429"/>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431" name="组合 430"/>
            <p:cNvGrpSpPr/>
            <p:nvPr/>
          </p:nvGrpSpPr>
          <p:grpSpPr>
            <a:xfrm>
              <a:off x="1266" y="2470"/>
              <a:ext cx="1854" cy="478"/>
              <a:chOff x="1266" y="2470"/>
              <a:chExt cx="1854" cy="478"/>
            </a:xfrm>
            <a:grpFill/>
          </p:grpSpPr>
          <p:grpSp>
            <p:nvGrpSpPr>
              <p:cNvPr id="432" name="组合 431"/>
              <p:cNvGrpSpPr>
                <a:grpSpLocks noChangeAspect="1"/>
              </p:cNvGrpSpPr>
              <p:nvPr/>
            </p:nvGrpSpPr>
            <p:grpSpPr>
              <a:xfrm>
                <a:off x="1266" y="2470"/>
                <a:ext cx="482" cy="478"/>
                <a:chOff x="8304389" y="2157934"/>
                <a:chExt cx="2017948" cy="2001327"/>
              </a:xfrm>
              <a:grpFill/>
            </p:grpSpPr>
            <p:sp>
              <p:nvSpPr>
                <p:cNvPr id="433" name="立方体 432"/>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34" name="立方体 433"/>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35" name="立方体 434"/>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36" name="立方体 435"/>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37" name="立方体 436"/>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38" name="立方体 437"/>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39" name="立方体 438"/>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0" name="立方体 439"/>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441" name="立方体 440"/>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42" name="组合 441"/>
              <p:cNvGrpSpPr>
                <a:grpSpLocks noChangeAspect="1"/>
              </p:cNvGrpSpPr>
              <p:nvPr/>
            </p:nvGrpSpPr>
            <p:grpSpPr>
              <a:xfrm>
                <a:off x="1730" y="2470"/>
                <a:ext cx="482" cy="478"/>
                <a:chOff x="8304389" y="2157934"/>
                <a:chExt cx="2017948" cy="2001327"/>
              </a:xfrm>
              <a:grpFill/>
            </p:grpSpPr>
            <p:sp>
              <p:nvSpPr>
                <p:cNvPr id="443" name="立方体 442"/>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4" name="立方体 443"/>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5" name="立方体 444"/>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6" name="立方体 445"/>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7" name="立方体 446"/>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8" name="立方体 447"/>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49" name="立方体 448"/>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0" name="立方体 449"/>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451" name="立方体 450"/>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52" name="组合 451"/>
              <p:cNvGrpSpPr>
                <a:grpSpLocks noChangeAspect="1"/>
              </p:cNvGrpSpPr>
              <p:nvPr/>
            </p:nvGrpSpPr>
            <p:grpSpPr>
              <a:xfrm>
                <a:off x="2186" y="2470"/>
                <a:ext cx="482" cy="478"/>
                <a:chOff x="8304389" y="2157934"/>
                <a:chExt cx="2017948" cy="2001327"/>
              </a:xfrm>
              <a:grpFill/>
            </p:grpSpPr>
            <p:sp>
              <p:nvSpPr>
                <p:cNvPr id="453" name="立方体 452"/>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4" name="立方体 453"/>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5" name="立方体 454"/>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6" name="立方体 455"/>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7" name="立方体 456"/>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8" name="立方体 457"/>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9" name="立方体 458"/>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60" name="立方体 459"/>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461" name="立方体 460"/>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62" name="组合 461"/>
              <p:cNvGrpSpPr>
                <a:grpSpLocks noChangeAspect="1"/>
              </p:cNvGrpSpPr>
              <p:nvPr/>
            </p:nvGrpSpPr>
            <p:grpSpPr>
              <a:xfrm>
                <a:off x="2638" y="2470"/>
                <a:ext cx="482" cy="478"/>
                <a:chOff x="8304389" y="2157934"/>
                <a:chExt cx="2017948" cy="2001327"/>
              </a:xfrm>
              <a:grpFill/>
            </p:grpSpPr>
            <p:sp>
              <p:nvSpPr>
                <p:cNvPr id="463" name="立方体 462"/>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64" name="立方体 463"/>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65" name="立方体 464"/>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66" name="立方体 465"/>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67" name="立方体 466"/>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68" name="立方体 467"/>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69" name="立方体 468"/>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70" name="立方体 469"/>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471" name="立方体 470"/>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701" name="组合 700"/>
          <p:cNvGrpSpPr/>
          <p:nvPr/>
        </p:nvGrpSpPr>
        <p:grpSpPr>
          <a:xfrm rot="0">
            <a:off x="8066405" y="2365375"/>
            <a:ext cx="1065530" cy="990600"/>
            <a:chOff x="1262" y="2470"/>
            <a:chExt cx="1858" cy="1781"/>
          </a:xfrm>
          <a:solidFill>
            <a:schemeClr val="bg1">
              <a:lumMod val="95000"/>
            </a:schemeClr>
          </a:solidFill>
        </p:grpSpPr>
        <p:grpSp>
          <p:nvGrpSpPr>
            <p:cNvPr id="702" name="组合 701"/>
            <p:cNvGrpSpPr/>
            <p:nvPr/>
          </p:nvGrpSpPr>
          <p:grpSpPr>
            <a:xfrm>
              <a:off x="1262" y="3346"/>
              <a:ext cx="1854" cy="905"/>
              <a:chOff x="1199" y="3409"/>
              <a:chExt cx="1854" cy="905"/>
            </a:xfrm>
            <a:grpFill/>
          </p:grpSpPr>
          <p:grpSp>
            <p:nvGrpSpPr>
              <p:cNvPr id="703" name="组合 702"/>
              <p:cNvGrpSpPr/>
              <p:nvPr/>
            </p:nvGrpSpPr>
            <p:grpSpPr>
              <a:xfrm>
                <a:off x="1199" y="3836"/>
                <a:ext cx="1854" cy="478"/>
                <a:chOff x="1266" y="2470"/>
                <a:chExt cx="1854" cy="478"/>
              </a:xfrm>
              <a:grpFill/>
            </p:grpSpPr>
            <p:grpSp>
              <p:nvGrpSpPr>
                <p:cNvPr id="704" name="组合 703"/>
                <p:cNvGrpSpPr>
                  <a:grpSpLocks noChangeAspect="1"/>
                </p:cNvGrpSpPr>
                <p:nvPr/>
              </p:nvGrpSpPr>
              <p:grpSpPr>
                <a:xfrm>
                  <a:off x="1266" y="2470"/>
                  <a:ext cx="482" cy="478"/>
                  <a:chOff x="8304389" y="2157934"/>
                  <a:chExt cx="2017948" cy="2001327"/>
                </a:xfrm>
                <a:grpFill/>
              </p:grpSpPr>
              <p:sp>
                <p:nvSpPr>
                  <p:cNvPr id="705" name="立方体 704"/>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06" name="立方体 705"/>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07" name="立方体 706"/>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08" name="立方体 707"/>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09" name="立方体 708"/>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10" name="立方体 709"/>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11" name="立方体 710"/>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12" name="立方体 711"/>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713" name="立方体 712"/>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714" name="组合 713"/>
                <p:cNvGrpSpPr>
                  <a:grpSpLocks noChangeAspect="1"/>
                </p:cNvGrpSpPr>
                <p:nvPr/>
              </p:nvGrpSpPr>
              <p:grpSpPr>
                <a:xfrm>
                  <a:off x="1730" y="2470"/>
                  <a:ext cx="482" cy="478"/>
                  <a:chOff x="8304389" y="2157934"/>
                  <a:chExt cx="2017948" cy="2001327"/>
                </a:xfrm>
                <a:grpFill/>
              </p:grpSpPr>
              <p:sp>
                <p:nvSpPr>
                  <p:cNvPr id="715" name="立方体 714"/>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16" name="立方体 715"/>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17" name="立方体 716"/>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18" name="立方体 717"/>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19" name="立方体 718"/>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20" name="立方体 719"/>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21" name="立方体 720"/>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22" name="立方体 721"/>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723" name="立方体 722"/>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724" name="组合 723"/>
                <p:cNvGrpSpPr>
                  <a:grpSpLocks noChangeAspect="1"/>
                </p:cNvGrpSpPr>
                <p:nvPr/>
              </p:nvGrpSpPr>
              <p:grpSpPr>
                <a:xfrm>
                  <a:off x="2186" y="2470"/>
                  <a:ext cx="482" cy="478"/>
                  <a:chOff x="8304389" y="2157934"/>
                  <a:chExt cx="2017948" cy="2001327"/>
                </a:xfrm>
                <a:grpFill/>
              </p:grpSpPr>
              <p:sp>
                <p:nvSpPr>
                  <p:cNvPr id="725" name="立方体 724"/>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26" name="立方体 725"/>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27" name="立方体 726"/>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28" name="立方体 727"/>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29" name="立方体 728"/>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30" name="立方体 729"/>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31" name="立方体 730"/>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32" name="立方体 731"/>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733" name="立方体 732"/>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734" name="组合 733"/>
                <p:cNvGrpSpPr>
                  <a:grpSpLocks noChangeAspect="1"/>
                </p:cNvGrpSpPr>
                <p:nvPr/>
              </p:nvGrpSpPr>
              <p:grpSpPr>
                <a:xfrm>
                  <a:off x="2638" y="2470"/>
                  <a:ext cx="482" cy="478"/>
                  <a:chOff x="8304389" y="2157934"/>
                  <a:chExt cx="2017948" cy="2001327"/>
                </a:xfrm>
                <a:grpFill/>
              </p:grpSpPr>
              <p:sp>
                <p:nvSpPr>
                  <p:cNvPr id="735" name="立方体 734"/>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36" name="立方体 735"/>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37" name="立方体 736"/>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38" name="立方体 737"/>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39" name="立方体 738"/>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40" name="立方体 739"/>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41" name="立方体 740"/>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42" name="立方体 741"/>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743" name="立方体 742"/>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744" name="组合 743"/>
              <p:cNvGrpSpPr/>
              <p:nvPr/>
            </p:nvGrpSpPr>
            <p:grpSpPr>
              <a:xfrm>
                <a:off x="1199" y="3409"/>
                <a:ext cx="1854" cy="478"/>
                <a:chOff x="1266" y="2470"/>
                <a:chExt cx="1854" cy="478"/>
              </a:xfrm>
              <a:grpFill/>
            </p:grpSpPr>
            <p:grpSp>
              <p:nvGrpSpPr>
                <p:cNvPr id="745" name="组合 744"/>
                <p:cNvGrpSpPr>
                  <a:grpSpLocks noChangeAspect="1"/>
                </p:cNvGrpSpPr>
                <p:nvPr/>
              </p:nvGrpSpPr>
              <p:grpSpPr>
                <a:xfrm>
                  <a:off x="1266" y="2470"/>
                  <a:ext cx="482" cy="478"/>
                  <a:chOff x="8304389" y="2157934"/>
                  <a:chExt cx="2017948" cy="2001327"/>
                </a:xfrm>
                <a:grpFill/>
              </p:grpSpPr>
              <p:sp>
                <p:nvSpPr>
                  <p:cNvPr id="746" name="立方体 745"/>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47" name="立方体 746"/>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48" name="立方体 747"/>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49" name="立方体 748"/>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50" name="立方体 749"/>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51" name="立方体 750"/>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52" name="立方体 751"/>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53" name="立方体 752"/>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754" name="立方体 753"/>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755" name="组合 754"/>
                <p:cNvGrpSpPr>
                  <a:grpSpLocks noChangeAspect="1"/>
                </p:cNvGrpSpPr>
                <p:nvPr/>
              </p:nvGrpSpPr>
              <p:grpSpPr>
                <a:xfrm>
                  <a:off x="1730" y="2470"/>
                  <a:ext cx="482" cy="478"/>
                  <a:chOff x="8304389" y="2157934"/>
                  <a:chExt cx="2017948" cy="2001327"/>
                </a:xfrm>
                <a:grpFill/>
              </p:grpSpPr>
              <p:sp>
                <p:nvSpPr>
                  <p:cNvPr id="756" name="立方体 755"/>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57" name="立方体 756"/>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58" name="立方体 757"/>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59" name="立方体 758"/>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60" name="立方体 759"/>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61" name="立方体 760"/>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62" name="立方体 761"/>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63" name="立方体 762"/>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764" name="立方体 763"/>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765" name="组合 764"/>
                <p:cNvGrpSpPr>
                  <a:grpSpLocks noChangeAspect="1"/>
                </p:cNvGrpSpPr>
                <p:nvPr/>
              </p:nvGrpSpPr>
              <p:grpSpPr>
                <a:xfrm>
                  <a:off x="2186" y="2470"/>
                  <a:ext cx="482" cy="478"/>
                  <a:chOff x="8304389" y="2157934"/>
                  <a:chExt cx="2017948" cy="2001327"/>
                </a:xfrm>
                <a:grpFill/>
              </p:grpSpPr>
              <p:sp>
                <p:nvSpPr>
                  <p:cNvPr id="766" name="立方体 765"/>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67" name="立方体 766"/>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68" name="立方体 767"/>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69" name="立方体 768"/>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70" name="立方体 769"/>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71" name="立方体 770"/>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72" name="立方体 771"/>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73" name="立方体 772"/>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774" name="立方体 773"/>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775" name="组合 774"/>
                <p:cNvGrpSpPr>
                  <a:grpSpLocks noChangeAspect="1"/>
                </p:cNvGrpSpPr>
                <p:nvPr/>
              </p:nvGrpSpPr>
              <p:grpSpPr>
                <a:xfrm>
                  <a:off x="2638" y="2470"/>
                  <a:ext cx="482" cy="478"/>
                  <a:chOff x="8304389" y="2157934"/>
                  <a:chExt cx="2017948" cy="2001327"/>
                </a:xfrm>
                <a:grpFill/>
              </p:grpSpPr>
              <p:sp>
                <p:nvSpPr>
                  <p:cNvPr id="776" name="立方体 775"/>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77" name="立方体 776"/>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78" name="立方体 777"/>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79" name="立方体 778"/>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80" name="立方体 779"/>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81" name="立方体 780"/>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82" name="立方体 781"/>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83" name="立方体 782"/>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784" name="立方体 783"/>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785" name="组合 784"/>
            <p:cNvGrpSpPr/>
            <p:nvPr/>
          </p:nvGrpSpPr>
          <p:grpSpPr>
            <a:xfrm>
              <a:off x="1266" y="2897"/>
              <a:ext cx="1854" cy="478"/>
              <a:chOff x="1266" y="2470"/>
              <a:chExt cx="1854" cy="478"/>
            </a:xfrm>
            <a:grpFill/>
          </p:grpSpPr>
          <p:grpSp>
            <p:nvGrpSpPr>
              <p:cNvPr id="786" name="组合 785"/>
              <p:cNvGrpSpPr>
                <a:grpSpLocks noChangeAspect="1"/>
              </p:cNvGrpSpPr>
              <p:nvPr/>
            </p:nvGrpSpPr>
            <p:grpSpPr>
              <a:xfrm>
                <a:off x="1266" y="2470"/>
                <a:ext cx="482" cy="478"/>
                <a:chOff x="8304389" y="2157934"/>
                <a:chExt cx="2017948" cy="2001327"/>
              </a:xfrm>
              <a:grpFill/>
            </p:grpSpPr>
            <p:sp>
              <p:nvSpPr>
                <p:cNvPr id="787" name="立方体 786"/>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88" name="立方体 787"/>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89" name="立方体 788"/>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90" name="立方体 789"/>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91" name="立方体 790"/>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92" name="立方体 791"/>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93" name="立方体 792"/>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94" name="立方体 793"/>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795" name="立方体 794"/>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796" name="组合 795"/>
              <p:cNvGrpSpPr>
                <a:grpSpLocks noChangeAspect="1"/>
              </p:cNvGrpSpPr>
              <p:nvPr/>
            </p:nvGrpSpPr>
            <p:grpSpPr>
              <a:xfrm>
                <a:off x="1730" y="2470"/>
                <a:ext cx="482" cy="478"/>
                <a:chOff x="8304389" y="2157934"/>
                <a:chExt cx="2017948" cy="2001327"/>
              </a:xfrm>
              <a:grpFill/>
            </p:grpSpPr>
            <p:sp>
              <p:nvSpPr>
                <p:cNvPr id="797" name="立方体 796"/>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98" name="立方体 797"/>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99" name="立方体 798"/>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00" name="立方体 799"/>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01" name="立方体 800"/>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02" name="立方体 801"/>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03" name="立方体 802"/>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04" name="立方体 803"/>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805" name="立方体 804"/>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06" name="组合 805"/>
              <p:cNvGrpSpPr>
                <a:grpSpLocks noChangeAspect="1"/>
              </p:cNvGrpSpPr>
              <p:nvPr/>
            </p:nvGrpSpPr>
            <p:grpSpPr>
              <a:xfrm>
                <a:off x="2186" y="2470"/>
                <a:ext cx="482" cy="478"/>
                <a:chOff x="8304389" y="2157934"/>
                <a:chExt cx="2017948" cy="2001327"/>
              </a:xfrm>
              <a:grpFill/>
            </p:grpSpPr>
            <p:sp>
              <p:nvSpPr>
                <p:cNvPr id="807" name="立方体 806"/>
                <p:cNvSpPr>
                  <a:spLocks noChangeAspect="1"/>
                </p:cNvSpPr>
                <p:nvPr/>
              </p:nvSpPr>
              <p:spPr>
                <a:xfrm>
                  <a:off x="8320453" y="3338112"/>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08" name="立方体 807"/>
                <p:cNvSpPr>
                  <a:spLocks noChangeAspect="1"/>
                </p:cNvSpPr>
                <p:nvPr/>
              </p:nvSpPr>
              <p:spPr>
                <a:xfrm>
                  <a:off x="8919821" y="3372128"/>
                  <a:ext cx="791270" cy="787133"/>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09" name="立方体 808"/>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10" name="立方体 809"/>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11" name="立方体 810"/>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12" name="立方体 811"/>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13" name="立方体 812"/>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14" name="立方体 813"/>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815" name="立方体 814"/>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16" name="组合 815"/>
              <p:cNvGrpSpPr>
                <a:grpSpLocks noChangeAspect="1"/>
              </p:cNvGrpSpPr>
              <p:nvPr/>
            </p:nvGrpSpPr>
            <p:grpSpPr>
              <a:xfrm>
                <a:off x="2638" y="2470"/>
                <a:ext cx="482" cy="478"/>
                <a:chOff x="8304389" y="2157934"/>
                <a:chExt cx="2017948" cy="2001327"/>
              </a:xfrm>
              <a:grpFill/>
            </p:grpSpPr>
            <p:sp>
              <p:nvSpPr>
                <p:cNvPr id="817" name="立方体 816"/>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18" name="立方体 817"/>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19" name="立方体 818"/>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20" name="立方体 819"/>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21" name="立方体 820"/>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22" name="立方体 821"/>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23" name="立方体 822"/>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24" name="立方体 823"/>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825" name="立方体 824"/>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826" name="组合 825"/>
            <p:cNvGrpSpPr/>
            <p:nvPr/>
          </p:nvGrpSpPr>
          <p:grpSpPr>
            <a:xfrm>
              <a:off x="1266" y="2470"/>
              <a:ext cx="1854" cy="478"/>
              <a:chOff x="1266" y="2470"/>
              <a:chExt cx="1854" cy="478"/>
            </a:xfrm>
            <a:grpFill/>
          </p:grpSpPr>
          <p:grpSp>
            <p:nvGrpSpPr>
              <p:cNvPr id="827" name="组合 826"/>
              <p:cNvGrpSpPr>
                <a:grpSpLocks noChangeAspect="1"/>
              </p:cNvGrpSpPr>
              <p:nvPr/>
            </p:nvGrpSpPr>
            <p:grpSpPr>
              <a:xfrm>
                <a:off x="1266" y="2470"/>
                <a:ext cx="482" cy="478"/>
                <a:chOff x="8304389" y="2157934"/>
                <a:chExt cx="2017948" cy="2001327"/>
              </a:xfrm>
              <a:grpFill/>
            </p:grpSpPr>
            <p:sp>
              <p:nvSpPr>
                <p:cNvPr id="828" name="立方体 827"/>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29" name="立方体 828"/>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30" name="立方体 829"/>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31" name="立方体 830"/>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32" name="立方体 831"/>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33" name="立方体 832"/>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34" name="立方体 833"/>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35" name="立方体 834"/>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836" name="立方体 835"/>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37" name="组合 836"/>
              <p:cNvGrpSpPr>
                <a:grpSpLocks noChangeAspect="1"/>
              </p:cNvGrpSpPr>
              <p:nvPr/>
            </p:nvGrpSpPr>
            <p:grpSpPr>
              <a:xfrm>
                <a:off x="1730" y="2470"/>
                <a:ext cx="482" cy="478"/>
                <a:chOff x="8304389" y="2157934"/>
                <a:chExt cx="2017948" cy="2001327"/>
              </a:xfrm>
              <a:grpFill/>
            </p:grpSpPr>
            <p:sp>
              <p:nvSpPr>
                <p:cNvPr id="838" name="立方体 837"/>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39" name="立方体 838"/>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40" name="立方体 839"/>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41" name="立方体 840"/>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42" name="立方体 841"/>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43" name="立方体 842"/>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44" name="立方体 843"/>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45" name="立方体 844"/>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846" name="立方体 845"/>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47" name="组合 846"/>
              <p:cNvGrpSpPr>
                <a:grpSpLocks noChangeAspect="1"/>
              </p:cNvGrpSpPr>
              <p:nvPr/>
            </p:nvGrpSpPr>
            <p:grpSpPr>
              <a:xfrm>
                <a:off x="2186" y="2470"/>
                <a:ext cx="482" cy="478"/>
                <a:chOff x="8304389" y="2157934"/>
                <a:chExt cx="2017948" cy="2001327"/>
              </a:xfrm>
              <a:grpFill/>
            </p:grpSpPr>
            <p:sp>
              <p:nvSpPr>
                <p:cNvPr id="848" name="立方体 847"/>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49" name="立方体 848"/>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50" name="立方体 849"/>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51" name="立方体 850"/>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52" name="立方体 851"/>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53" name="立方体 852"/>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54" name="立方体 853"/>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55" name="立方体 854"/>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856" name="立方体 855"/>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57" name="组合 856"/>
              <p:cNvGrpSpPr>
                <a:grpSpLocks noChangeAspect="1"/>
              </p:cNvGrpSpPr>
              <p:nvPr/>
            </p:nvGrpSpPr>
            <p:grpSpPr>
              <a:xfrm>
                <a:off x="2638" y="2470"/>
                <a:ext cx="482" cy="478"/>
                <a:chOff x="8304389" y="2157934"/>
                <a:chExt cx="2017948" cy="2001327"/>
              </a:xfrm>
              <a:grpFill/>
            </p:grpSpPr>
            <p:sp>
              <p:nvSpPr>
                <p:cNvPr id="858" name="立方体 857"/>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59" name="立方体 858"/>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60" name="立方体 859"/>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61" name="立方体 860"/>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62" name="立方体 861"/>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63" name="立方体 862"/>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64" name="立方体 863"/>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65" name="立方体 864"/>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866" name="立方体 865"/>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472" name="组合 471"/>
          <p:cNvGrpSpPr/>
          <p:nvPr/>
        </p:nvGrpSpPr>
        <p:grpSpPr>
          <a:xfrm rot="0">
            <a:off x="6530975" y="2852420"/>
            <a:ext cx="970915" cy="989330"/>
            <a:chOff x="1262" y="2470"/>
            <a:chExt cx="1858" cy="1781"/>
          </a:xfrm>
          <a:solidFill>
            <a:schemeClr val="accent1">
              <a:lumMod val="40000"/>
              <a:lumOff val="60000"/>
            </a:schemeClr>
          </a:solidFill>
        </p:grpSpPr>
        <p:grpSp>
          <p:nvGrpSpPr>
            <p:cNvPr id="473" name="组合 472"/>
            <p:cNvGrpSpPr/>
            <p:nvPr/>
          </p:nvGrpSpPr>
          <p:grpSpPr>
            <a:xfrm>
              <a:off x="1262" y="3346"/>
              <a:ext cx="1854" cy="905"/>
              <a:chOff x="1199" y="3409"/>
              <a:chExt cx="1854" cy="905"/>
            </a:xfrm>
            <a:grpFill/>
          </p:grpSpPr>
          <p:grpSp>
            <p:nvGrpSpPr>
              <p:cNvPr id="474" name="组合 473"/>
              <p:cNvGrpSpPr/>
              <p:nvPr/>
            </p:nvGrpSpPr>
            <p:grpSpPr>
              <a:xfrm>
                <a:off x="1199" y="3836"/>
                <a:ext cx="1854" cy="478"/>
                <a:chOff x="1266" y="2470"/>
                <a:chExt cx="1854" cy="478"/>
              </a:xfrm>
              <a:grpFill/>
            </p:grpSpPr>
            <p:grpSp>
              <p:nvGrpSpPr>
                <p:cNvPr id="475" name="组合 474"/>
                <p:cNvGrpSpPr>
                  <a:grpSpLocks noChangeAspect="1"/>
                </p:cNvGrpSpPr>
                <p:nvPr/>
              </p:nvGrpSpPr>
              <p:grpSpPr>
                <a:xfrm>
                  <a:off x="1266" y="2470"/>
                  <a:ext cx="482" cy="478"/>
                  <a:chOff x="8304389" y="2157934"/>
                  <a:chExt cx="2017948" cy="2001327"/>
                </a:xfrm>
                <a:grpFill/>
              </p:grpSpPr>
              <p:sp>
                <p:nvSpPr>
                  <p:cNvPr id="476" name="立方体 475"/>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77" name="立方体 476"/>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78" name="立方体 477"/>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79" name="立方体 478"/>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0" name="立方体 479"/>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1" name="立方体 480"/>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2" name="立方体 481"/>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3" name="立方体 482"/>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484" name="立方体 483"/>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85" name="组合 484"/>
                <p:cNvGrpSpPr>
                  <a:grpSpLocks noChangeAspect="1"/>
                </p:cNvGrpSpPr>
                <p:nvPr/>
              </p:nvGrpSpPr>
              <p:grpSpPr>
                <a:xfrm>
                  <a:off x="1730" y="2470"/>
                  <a:ext cx="482" cy="478"/>
                  <a:chOff x="8304389" y="2157934"/>
                  <a:chExt cx="2017948" cy="2001327"/>
                </a:xfrm>
                <a:grpFill/>
              </p:grpSpPr>
              <p:sp>
                <p:nvSpPr>
                  <p:cNvPr id="486" name="立方体 485"/>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7" name="立方体 486"/>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8" name="立方体 487"/>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9" name="立方体 488"/>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0" name="立方体 489"/>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1" name="立方体 490"/>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2" name="立方体 491"/>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3" name="立方体 492"/>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494" name="立方体 493"/>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495" name="组合 494"/>
                <p:cNvGrpSpPr>
                  <a:grpSpLocks noChangeAspect="1"/>
                </p:cNvGrpSpPr>
                <p:nvPr/>
              </p:nvGrpSpPr>
              <p:grpSpPr>
                <a:xfrm>
                  <a:off x="2186" y="2470"/>
                  <a:ext cx="482" cy="478"/>
                  <a:chOff x="8304389" y="2157934"/>
                  <a:chExt cx="2017948" cy="2001327"/>
                </a:xfrm>
                <a:grpFill/>
              </p:grpSpPr>
              <p:sp>
                <p:nvSpPr>
                  <p:cNvPr id="496" name="立方体 495"/>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7" name="立方体 496"/>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8" name="立方体 497"/>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99" name="立方体 498"/>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00" name="立方体 499"/>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01" name="立方体 500"/>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02" name="立方体 501"/>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03" name="立方体 502"/>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504" name="立方体 503"/>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505" name="组合 504"/>
                <p:cNvGrpSpPr>
                  <a:grpSpLocks noChangeAspect="1"/>
                </p:cNvGrpSpPr>
                <p:nvPr/>
              </p:nvGrpSpPr>
              <p:grpSpPr>
                <a:xfrm>
                  <a:off x="2638" y="2470"/>
                  <a:ext cx="482" cy="478"/>
                  <a:chOff x="8304389" y="2157934"/>
                  <a:chExt cx="2017948" cy="2001327"/>
                </a:xfrm>
                <a:grpFill/>
              </p:grpSpPr>
              <p:sp>
                <p:nvSpPr>
                  <p:cNvPr id="506" name="立方体 505"/>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07" name="立方体 506"/>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08" name="立方体 507"/>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09" name="立方体 508"/>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10" name="立方体 509"/>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11" name="立方体 510"/>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12" name="立方体 511"/>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13" name="立方体 512"/>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514" name="立方体 513"/>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515" name="组合 514"/>
              <p:cNvGrpSpPr/>
              <p:nvPr/>
            </p:nvGrpSpPr>
            <p:grpSpPr>
              <a:xfrm>
                <a:off x="1199" y="3409"/>
                <a:ext cx="1854" cy="478"/>
                <a:chOff x="1266" y="2470"/>
                <a:chExt cx="1854" cy="478"/>
              </a:xfrm>
              <a:grpFill/>
            </p:grpSpPr>
            <p:grpSp>
              <p:nvGrpSpPr>
                <p:cNvPr id="516" name="组合 515"/>
                <p:cNvGrpSpPr>
                  <a:grpSpLocks noChangeAspect="1"/>
                </p:cNvGrpSpPr>
                <p:nvPr/>
              </p:nvGrpSpPr>
              <p:grpSpPr>
                <a:xfrm>
                  <a:off x="1266" y="2470"/>
                  <a:ext cx="482" cy="478"/>
                  <a:chOff x="8304389" y="2157934"/>
                  <a:chExt cx="2017948" cy="2001327"/>
                </a:xfrm>
                <a:grpFill/>
              </p:grpSpPr>
              <p:sp>
                <p:nvSpPr>
                  <p:cNvPr id="517" name="立方体 516"/>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18" name="立方体 517"/>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19" name="立方体 518"/>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0" name="立方体 519"/>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1" name="立方体 520"/>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2" name="立方体 521"/>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3" name="立方体 522"/>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4" name="立方体 523"/>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525" name="立方体 524"/>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526" name="组合 525"/>
                <p:cNvGrpSpPr>
                  <a:grpSpLocks noChangeAspect="1"/>
                </p:cNvGrpSpPr>
                <p:nvPr/>
              </p:nvGrpSpPr>
              <p:grpSpPr>
                <a:xfrm>
                  <a:off x="1730" y="2470"/>
                  <a:ext cx="482" cy="478"/>
                  <a:chOff x="8304389" y="2157934"/>
                  <a:chExt cx="2017948" cy="2001327"/>
                </a:xfrm>
                <a:grpFill/>
              </p:grpSpPr>
              <p:sp>
                <p:nvSpPr>
                  <p:cNvPr id="527" name="立方体 526"/>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8" name="立方体 527"/>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9" name="立方体 528"/>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30" name="立方体 529"/>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31" name="立方体 530"/>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32" name="立方体 531"/>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33" name="立方体 532"/>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34" name="立方体 533"/>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535" name="立方体 534"/>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536" name="组合 535"/>
                <p:cNvGrpSpPr>
                  <a:grpSpLocks noChangeAspect="1"/>
                </p:cNvGrpSpPr>
                <p:nvPr/>
              </p:nvGrpSpPr>
              <p:grpSpPr>
                <a:xfrm>
                  <a:off x="2186" y="2470"/>
                  <a:ext cx="482" cy="478"/>
                  <a:chOff x="8304389" y="2157934"/>
                  <a:chExt cx="2017948" cy="2001327"/>
                </a:xfrm>
                <a:grpFill/>
              </p:grpSpPr>
              <p:sp>
                <p:nvSpPr>
                  <p:cNvPr id="537" name="立方体 536"/>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38" name="立方体 537"/>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39" name="立方体 538"/>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0" name="立方体 539"/>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1" name="立方体 540"/>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2" name="立方体 541"/>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3" name="立方体 542"/>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4" name="立方体 543"/>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545" name="立方体 544"/>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546" name="组合 545"/>
                <p:cNvGrpSpPr>
                  <a:grpSpLocks noChangeAspect="1"/>
                </p:cNvGrpSpPr>
                <p:nvPr/>
              </p:nvGrpSpPr>
              <p:grpSpPr>
                <a:xfrm>
                  <a:off x="2638" y="2470"/>
                  <a:ext cx="482" cy="478"/>
                  <a:chOff x="8304389" y="2157934"/>
                  <a:chExt cx="2017948" cy="2001327"/>
                </a:xfrm>
                <a:grpFill/>
              </p:grpSpPr>
              <p:sp>
                <p:nvSpPr>
                  <p:cNvPr id="547" name="立方体 546"/>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8" name="立方体 547"/>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49" name="立方体 548"/>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50" name="立方体 549"/>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51" name="立方体 550"/>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52" name="立方体 551"/>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53" name="立方体 552"/>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54" name="立方体 553"/>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555" name="立方体 554"/>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556" name="组合 555"/>
            <p:cNvGrpSpPr/>
            <p:nvPr/>
          </p:nvGrpSpPr>
          <p:grpSpPr>
            <a:xfrm>
              <a:off x="1266" y="2897"/>
              <a:ext cx="1854" cy="478"/>
              <a:chOff x="1266" y="2470"/>
              <a:chExt cx="1854" cy="478"/>
            </a:xfrm>
            <a:grpFill/>
          </p:grpSpPr>
          <p:grpSp>
            <p:nvGrpSpPr>
              <p:cNvPr id="557" name="组合 556"/>
              <p:cNvGrpSpPr>
                <a:grpSpLocks noChangeAspect="1"/>
              </p:cNvGrpSpPr>
              <p:nvPr/>
            </p:nvGrpSpPr>
            <p:grpSpPr>
              <a:xfrm>
                <a:off x="1266" y="2470"/>
                <a:ext cx="482" cy="478"/>
                <a:chOff x="8304389" y="2157934"/>
                <a:chExt cx="2017948" cy="2001327"/>
              </a:xfrm>
              <a:grpFill/>
            </p:grpSpPr>
            <p:sp>
              <p:nvSpPr>
                <p:cNvPr id="558" name="立方体 557"/>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59" name="立方体 558"/>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60" name="立方体 559"/>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61" name="立方体 560"/>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62" name="立方体 561"/>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63" name="立方体 562"/>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64" name="立方体 563"/>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65" name="立方体 564"/>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566" name="立方体 565"/>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567" name="组合 566"/>
              <p:cNvGrpSpPr>
                <a:grpSpLocks noChangeAspect="1"/>
              </p:cNvGrpSpPr>
              <p:nvPr/>
            </p:nvGrpSpPr>
            <p:grpSpPr>
              <a:xfrm>
                <a:off x="1730" y="2470"/>
                <a:ext cx="482" cy="478"/>
                <a:chOff x="8304389" y="2157934"/>
                <a:chExt cx="2017948" cy="2001327"/>
              </a:xfrm>
              <a:grpFill/>
            </p:grpSpPr>
            <p:sp>
              <p:nvSpPr>
                <p:cNvPr id="568" name="立方体 567"/>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69" name="立方体 568"/>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70" name="立方体 569"/>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71" name="立方体 570"/>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72" name="立方体 571"/>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73" name="立方体 572"/>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74" name="立方体 573"/>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75" name="立方体 574"/>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576" name="立方体 575"/>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577" name="组合 576"/>
              <p:cNvGrpSpPr>
                <a:grpSpLocks noChangeAspect="1"/>
              </p:cNvGrpSpPr>
              <p:nvPr/>
            </p:nvGrpSpPr>
            <p:grpSpPr>
              <a:xfrm>
                <a:off x="2186" y="2470"/>
                <a:ext cx="482" cy="478"/>
                <a:chOff x="8304389" y="2157934"/>
                <a:chExt cx="2017948" cy="2001327"/>
              </a:xfrm>
              <a:grpFill/>
            </p:grpSpPr>
            <p:sp>
              <p:nvSpPr>
                <p:cNvPr id="578" name="立方体 577"/>
                <p:cNvSpPr>
                  <a:spLocks noChangeAspect="1"/>
                </p:cNvSpPr>
                <p:nvPr/>
              </p:nvSpPr>
              <p:spPr>
                <a:xfrm>
                  <a:off x="8320453" y="3338112"/>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79" name="立方体 578"/>
                <p:cNvSpPr>
                  <a:spLocks noChangeAspect="1"/>
                </p:cNvSpPr>
                <p:nvPr/>
              </p:nvSpPr>
              <p:spPr>
                <a:xfrm>
                  <a:off x="8919821" y="3372128"/>
                  <a:ext cx="791270" cy="787133"/>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80" name="立方体 579"/>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81" name="立方体 580"/>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82" name="立方体 581"/>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83" name="立方体 582"/>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84" name="立方体 583"/>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85" name="立方体 584"/>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586" name="立方体 585"/>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587" name="组合 586"/>
              <p:cNvGrpSpPr>
                <a:grpSpLocks noChangeAspect="1"/>
              </p:cNvGrpSpPr>
              <p:nvPr/>
            </p:nvGrpSpPr>
            <p:grpSpPr>
              <a:xfrm>
                <a:off x="2638" y="2470"/>
                <a:ext cx="482" cy="478"/>
                <a:chOff x="8304389" y="2157934"/>
                <a:chExt cx="2017948" cy="2001327"/>
              </a:xfrm>
              <a:grpFill/>
            </p:grpSpPr>
            <p:sp>
              <p:nvSpPr>
                <p:cNvPr id="588" name="立方体 587"/>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89" name="立方体 588"/>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0" name="立方体 589"/>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1" name="立方体 590"/>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2" name="立方体 591"/>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3" name="立方体 592"/>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4" name="立方体 593"/>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95" name="立方体 594"/>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596" name="立方体 595"/>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597" name="组合 596"/>
            <p:cNvGrpSpPr/>
            <p:nvPr/>
          </p:nvGrpSpPr>
          <p:grpSpPr>
            <a:xfrm>
              <a:off x="1266" y="2470"/>
              <a:ext cx="1854" cy="478"/>
              <a:chOff x="1266" y="2470"/>
              <a:chExt cx="1854" cy="478"/>
            </a:xfrm>
            <a:grpFill/>
          </p:grpSpPr>
          <p:grpSp>
            <p:nvGrpSpPr>
              <p:cNvPr id="598" name="组合 597"/>
              <p:cNvGrpSpPr>
                <a:grpSpLocks noChangeAspect="1"/>
              </p:cNvGrpSpPr>
              <p:nvPr/>
            </p:nvGrpSpPr>
            <p:grpSpPr>
              <a:xfrm>
                <a:off x="1266" y="2470"/>
                <a:ext cx="482" cy="478"/>
                <a:chOff x="8304389" y="2157934"/>
                <a:chExt cx="2017948" cy="2001327"/>
              </a:xfrm>
              <a:grpFill/>
            </p:grpSpPr>
            <p:sp>
              <p:nvSpPr>
                <p:cNvPr id="599" name="立方体 598"/>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0" name="立方体 599"/>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1" name="立方体 600"/>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2" name="立方体 601"/>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3" name="立方体 602"/>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4" name="立方体 603"/>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5" name="立方体 604"/>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6" name="立方体 605"/>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607" name="立方体 606"/>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608" name="组合 607"/>
              <p:cNvGrpSpPr>
                <a:grpSpLocks noChangeAspect="1"/>
              </p:cNvGrpSpPr>
              <p:nvPr/>
            </p:nvGrpSpPr>
            <p:grpSpPr>
              <a:xfrm>
                <a:off x="1730" y="2470"/>
                <a:ext cx="482" cy="478"/>
                <a:chOff x="8304389" y="2157934"/>
                <a:chExt cx="2017948" cy="2001327"/>
              </a:xfrm>
              <a:grpFill/>
            </p:grpSpPr>
            <p:sp>
              <p:nvSpPr>
                <p:cNvPr id="609" name="立方体 608"/>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0" name="立方体 609"/>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1" name="立方体 610"/>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2" name="立方体 611"/>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3" name="立方体 612"/>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 name="立方体 613"/>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5" name="立方体 614"/>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6" name="立方体 615"/>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617" name="立方体 616"/>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618" name="组合 617"/>
              <p:cNvGrpSpPr>
                <a:grpSpLocks noChangeAspect="1"/>
              </p:cNvGrpSpPr>
              <p:nvPr/>
            </p:nvGrpSpPr>
            <p:grpSpPr>
              <a:xfrm>
                <a:off x="2186" y="2470"/>
                <a:ext cx="482" cy="478"/>
                <a:chOff x="8304389" y="2157934"/>
                <a:chExt cx="2017948" cy="2001327"/>
              </a:xfrm>
              <a:grpFill/>
            </p:grpSpPr>
            <p:sp>
              <p:nvSpPr>
                <p:cNvPr id="619" name="立方体 618"/>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0" name="立方体 619"/>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1" name="立方体 620"/>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2" name="立方体 621"/>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3" name="立方体 622"/>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4" name="立方体 623"/>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5" name="立方体 624"/>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6" name="立方体 625"/>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627" name="立方体 626"/>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628" name="组合 627"/>
              <p:cNvGrpSpPr>
                <a:grpSpLocks noChangeAspect="1"/>
              </p:cNvGrpSpPr>
              <p:nvPr/>
            </p:nvGrpSpPr>
            <p:grpSpPr>
              <a:xfrm>
                <a:off x="2638" y="2470"/>
                <a:ext cx="482" cy="478"/>
                <a:chOff x="8304389" y="2157934"/>
                <a:chExt cx="2017948" cy="2001327"/>
              </a:xfrm>
              <a:grpFill/>
            </p:grpSpPr>
            <p:sp>
              <p:nvSpPr>
                <p:cNvPr id="629" name="立方体 628"/>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30" name="立方体 629"/>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31" name="立方体 630"/>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32" name="立方体 631"/>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33" name="立方体 632"/>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34" name="立方体 633"/>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35" name="立方体 634"/>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36" name="立方体 635"/>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637" name="立方体 636"/>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867" name="组合 866"/>
          <p:cNvGrpSpPr/>
          <p:nvPr/>
        </p:nvGrpSpPr>
        <p:grpSpPr>
          <a:xfrm rot="0">
            <a:off x="7632700" y="2854960"/>
            <a:ext cx="1065530" cy="990600"/>
            <a:chOff x="1262" y="2470"/>
            <a:chExt cx="1858" cy="1781"/>
          </a:xfrm>
          <a:solidFill>
            <a:schemeClr val="accent1">
              <a:lumMod val="40000"/>
              <a:lumOff val="60000"/>
            </a:schemeClr>
          </a:solidFill>
        </p:grpSpPr>
        <p:grpSp>
          <p:nvGrpSpPr>
            <p:cNvPr id="868" name="组合 867"/>
            <p:cNvGrpSpPr/>
            <p:nvPr/>
          </p:nvGrpSpPr>
          <p:grpSpPr>
            <a:xfrm>
              <a:off x="1262" y="3346"/>
              <a:ext cx="1854" cy="905"/>
              <a:chOff x="1199" y="3409"/>
              <a:chExt cx="1854" cy="905"/>
            </a:xfrm>
            <a:grpFill/>
          </p:grpSpPr>
          <p:grpSp>
            <p:nvGrpSpPr>
              <p:cNvPr id="869" name="组合 868"/>
              <p:cNvGrpSpPr/>
              <p:nvPr/>
            </p:nvGrpSpPr>
            <p:grpSpPr>
              <a:xfrm>
                <a:off x="1199" y="3836"/>
                <a:ext cx="1854" cy="478"/>
                <a:chOff x="1266" y="2470"/>
                <a:chExt cx="1854" cy="478"/>
              </a:xfrm>
              <a:grpFill/>
            </p:grpSpPr>
            <p:grpSp>
              <p:nvGrpSpPr>
                <p:cNvPr id="870" name="组合 869"/>
                <p:cNvGrpSpPr>
                  <a:grpSpLocks noChangeAspect="1"/>
                </p:cNvGrpSpPr>
                <p:nvPr/>
              </p:nvGrpSpPr>
              <p:grpSpPr>
                <a:xfrm>
                  <a:off x="1266" y="2470"/>
                  <a:ext cx="482" cy="478"/>
                  <a:chOff x="8304389" y="2157934"/>
                  <a:chExt cx="2017948" cy="2001327"/>
                </a:xfrm>
                <a:grpFill/>
              </p:grpSpPr>
              <p:sp>
                <p:nvSpPr>
                  <p:cNvPr id="871" name="立方体 870"/>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72" name="立方体 871"/>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73" name="立方体 872"/>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74" name="立方体 873"/>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75" name="立方体 874"/>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76" name="立方体 875"/>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77" name="立方体 876"/>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78" name="立方体 877"/>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879" name="立方体 878"/>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80" name="组合 879"/>
                <p:cNvGrpSpPr>
                  <a:grpSpLocks noChangeAspect="1"/>
                </p:cNvGrpSpPr>
                <p:nvPr/>
              </p:nvGrpSpPr>
              <p:grpSpPr>
                <a:xfrm>
                  <a:off x="1730" y="2470"/>
                  <a:ext cx="482" cy="478"/>
                  <a:chOff x="8304389" y="2157934"/>
                  <a:chExt cx="2017948" cy="2001327"/>
                </a:xfrm>
                <a:grpFill/>
              </p:grpSpPr>
              <p:sp>
                <p:nvSpPr>
                  <p:cNvPr id="881" name="立方体 880"/>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82" name="立方体 881"/>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83" name="立方体 882"/>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84" name="立方体 883"/>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85" name="立方体 884"/>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86" name="立方体 885"/>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87" name="立方体 886"/>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88" name="立方体 887"/>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889" name="立方体 888"/>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90" name="组合 889"/>
                <p:cNvGrpSpPr>
                  <a:grpSpLocks noChangeAspect="1"/>
                </p:cNvGrpSpPr>
                <p:nvPr/>
              </p:nvGrpSpPr>
              <p:grpSpPr>
                <a:xfrm>
                  <a:off x="2186" y="2470"/>
                  <a:ext cx="482" cy="478"/>
                  <a:chOff x="8304389" y="2157934"/>
                  <a:chExt cx="2017948" cy="2001327"/>
                </a:xfrm>
                <a:grpFill/>
              </p:grpSpPr>
              <p:sp>
                <p:nvSpPr>
                  <p:cNvPr id="891" name="立方体 890"/>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92" name="立方体 891"/>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93" name="立方体 892"/>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94" name="立方体 893"/>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95" name="立方体 894"/>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96" name="立方体 895"/>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97" name="立方体 896"/>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98" name="立方体 897"/>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899" name="立方体 898"/>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900" name="组合 899"/>
                <p:cNvGrpSpPr>
                  <a:grpSpLocks noChangeAspect="1"/>
                </p:cNvGrpSpPr>
                <p:nvPr/>
              </p:nvGrpSpPr>
              <p:grpSpPr>
                <a:xfrm>
                  <a:off x="2638" y="2470"/>
                  <a:ext cx="482" cy="478"/>
                  <a:chOff x="8304389" y="2157934"/>
                  <a:chExt cx="2017948" cy="2001327"/>
                </a:xfrm>
                <a:grpFill/>
              </p:grpSpPr>
              <p:sp>
                <p:nvSpPr>
                  <p:cNvPr id="901" name="立方体 900"/>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02" name="立方体 901"/>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03" name="立方体 902"/>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04" name="立方体 903"/>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05" name="立方体 904"/>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06" name="立方体 905"/>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07" name="立方体 906"/>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08" name="立方体 907"/>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09" name="立方体 908"/>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910" name="组合 909"/>
              <p:cNvGrpSpPr/>
              <p:nvPr/>
            </p:nvGrpSpPr>
            <p:grpSpPr>
              <a:xfrm>
                <a:off x="1199" y="3409"/>
                <a:ext cx="1854" cy="478"/>
                <a:chOff x="1266" y="2470"/>
                <a:chExt cx="1854" cy="478"/>
              </a:xfrm>
              <a:grpFill/>
            </p:grpSpPr>
            <p:grpSp>
              <p:nvGrpSpPr>
                <p:cNvPr id="911" name="组合 910"/>
                <p:cNvGrpSpPr>
                  <a:grpSpLocks noChangeAspect="1"/>
                </p:cNvGrpSpPr>
                <p:nvPr/>
              </p:nvGrpSpPr>
              <p:grpSpPr>
                <a:xfrm>
                  <a:off x="1266" y="2470"/>
                  <a:ext cx="482" cy="478"/>
                  <a:chOff x="8304389" y="2157934"/>
                  <a:chExt cx="2017948" cy="2001327"/>
                </a:xfrm>
                <a:grpFill/>
              </p:grpSpPr>
              <p:sp>
                <p:nvSpPr>
                  <p:cNvPr id="912" name="立方体 911"/>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13" name="立方体 912"/>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14" name="立方体 913"/>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15" name="立方体 914"/>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16" name="立方体 915"/>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17" name="立方体 916"/>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18" name="立方体 917"/>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19" name="立方体 918"/>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20" name="立方体 919"/>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921" name="组合 920"/>
                <p:cNvGrpSpPr>
                  <a:grpSpLocks noChangeAspect="1"/>
                </p:cNvGrpSpPr>
                <p:nvPr/>
              </p:nvGrpSpPr>
              <p:grpSpPr>
                <a:xfrm>
                  <a:off x="1730" y="2470"/>
                  <a:ext cx="482" cy="478"/>
                  <a:chOff x="8304389" y="2157934"/>
                  <a:chExt cx="2017948" cy="2001327"/>
                </a:xfrm>
                <a:grpFill/>
              </p:grpSpPr>
              <p:sp>
                <p:nvSpPr>
                  <p:cNvPr id="922" name="立方体 921"/>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23" name="立方体 922"/>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24" name="立方体 923"/>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25" name="立方体 924"/>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26" name="立方体 925"/>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27" name="立方体 926"/>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28" name="立方体 927"/>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29" name="立方体 928"/>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30" name="立方体 929"/>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931" name="组合 930"/>
                <p:cNvGrpSpPr>
                  <a:grpSpLocks noChangeAspect="1"/>
                </p:cNvGrpSpPr>
                <p:nvPr/>
              </p:nvGrpSpPr>
              <p:grpSpPr>
                <a:xfrm>
                  <a:off x="2186" y="2470"/>
                  <a:ext cx="482" cy="478"/>
                  <a:chOff x="8304389" y="2157934"/>
                  <a:chExt cx="2017948" cy="2001327"/>
                </a:xfrm>
                <a:grpFill/>
              </p:grpSpPr>
              <p:sp>
                <p:nvSpPr>
                  <p:cNvPr id="932" name="立方体 931"/>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33" name="立方体 932"/>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34" name="立方体 933"/>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35" name="立方体 934"/>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36" name="立方体 935"/>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37" name="立方体 936"/>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38" name="立方体 937"/>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39" name="立方体 938"/>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40" name="立方体 939"/>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941" name="组合 940"/>
                <p:cNvGrpSpPr>
                  <a:grpSpLocks noChangeAspect="1"/>
                </p:cNvGrpSpPr>
                <p:nvPr/>
              </p:nvGrpSpPr>
              <p:grpSpPr>
                <a:xfrm>
                  <a:off x="2638" y="2470"/>
                  <a:ext cx="482" cy="478"/>
                  <a:chOff x="8304389" y="2157934"/>
                  <a:chExt cx="2017948" cy="2001327"/>
                </a:xfrm>
                <a:grpFill/>
              </p:grpSpPr>
              <p:sp>
                <p:nvSpPr>
                  <p:cNvPr id="942" name="立方体 941"/>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43" name="立方体 942"/>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44" name="立方体 943"/>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45" name="立方体 944"/>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46" name="立方体 945"/>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47" name="立方体 946"/>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48" name="立方体 947"/>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49" name="立方体 948"/>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50" name="立方体 949"/>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951" name="组合 950"/>
            <p:cNvGrpSpPr/>
            <p:nvPr/>
          </p:nvGrpSpPr>
          <p:grpSpPr>
            <a:xfrm>
              <a:off x="1266" y="2897"/>
              <a:ext cx="1854" cy="478"/>
              <a:chOff x="1266" y="2470"/>
              <a:chExt cx="1854" cy="478"/>
            </a:xfrm>
            <a:grpFill/>
          </p:grpSpPr>
          <p:grpSp>
            <p:nvGrpSpPr>
              <p:cNvPr id="952" name="组合 951"/>
              <p:cNvGrpSpPr>
                <a:grpSpLocks noChangeAspect="1"/>
              </p:cNvGrpSpPr>
              <p:nvPr/>
            </p:nvGrpSpPr>
            <p:grpSpPr>
              <a:xfrm>
                <a:off x="1266" y="2470"/>
                <a:ext cx="482" cy="478"/>
                <a:chOff x="8304389" y="2157934"/>
                <a:chExt cx="2017948" cy="2001327"/>
              </a:xfrm>
              <a:grpFill/>
            </p:grpSpPr>
            <p:sp>
              <p:nvSpPr>
                <p:cNvPr id="953" name="立方体 952"/>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54" name="立方体 953"/>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55" name="立方体 954"/>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56" name="立方体 955"/>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57" name="立方体 956"/>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58" name="立方体 957"/>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59" name="立方体 958"/>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60" name="立方体 959"/>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61" name="立方体 960"/>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962" name="组合 961"/>
              <p:cNvGrpSpPr>
                <a:grpSpLocks noChangeAspect="1"/>
              </p:cNvGrpSpPr>
              <p:nvPr/>
            </p:nvGrpSpPr>
            <p:grpSpPr>
              <a:xfrm>
                <a:off x="1730" y="2470"/>
                <a:ext cx="482" cy="478"/>
                <a:chOff x="8304389" y="2157934"/>
                <a:chExt cx="2017948" cy="2001327"/>
              </a:xfrm>
              <a:grpFill/>
            </p:grpSpPr>
            <p:sp>
              <p:nvSpPr>
                <p:cNvPr id="963" name="立方体 962"/>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64" name="立方体 963"/>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65" name="立方体 964"/>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66" name="立方体 965"/>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67" name="立方体 966"/>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68" name="立方体 967"/>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69" name="立方体 968"/>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70" name="立方体 969"/>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71" name="立方体 970"/>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972" name="组合 971"/>
              <p:cNvGrpSpPr>
                <a:grpSpLocks noChangeAspect="1"/>
              </p:cNvGrpSpPr>
              <p:nvPr/>
            </p:nvGrpSpPr>
            <p:grpSpPr>
              <a:xfrm>
                <a:off x="2186" y="2470"/>
                <a:ext cx="482" cy="478"/>
                <a:chOff x="8304389" y="2157934"/>
                <a:chExt cx="2017948" cy="2001327"/>
              </a:xfrm>
              <a:grpFill/>
            </p:grpSpPr>
            <p:sp>
              <p:nvSpPr>
                <p:cNvPr id="973" name="立方体 972"/>
                <p:cNvSpPr>
                  <a:spLocks noChangeAspect="1"/>
                </p:cNvSpPr>
                <p:nvPr/>
              </p:nvSpPr>
              <p:spPr>
                <a:xfrm>
                  <a:off x="8320453" y="3338112"/>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74" name="立方体 973"/>
                <p:cNvSpPr>
                  <a:spLocks noChangeAspect="1"/>
                </p:cNvSpPr>
                <p:nvPr/>
              </p:nvSpPr>
              <p:spPr>
                <a:xfrm>
                  <a:off x="8919821" y="3372128"/>
                  <a:ext cx="791270" cy="787133"/>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75" name="立方体 974"/>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76" name="立方体 975"/>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77" name="立方体 976"/>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78" name="立方体 977"/>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79" name="立方体 978"/>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80" name="立方体 979"/>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81" name="立方体 980"/>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982" name="组合 981"/>
              <p:cNvGrpSpPr>
                <a:grpSpLocks noChangeAspect="1"/>
              </p:cNvGrpSpPr>
              <p:nvPr/>
            </p:nvGrpSpPr>
            <p:grpSpPr>
              <a:xfrm>
                <a:off x="2638" y="2470"/>
                <a:ext cx="482" cy="478"/>
                <a:chOff x="8304389" y="2157934"/>
                <a:chExt cx="2017948" cy="2001327"/>
              </a:xfrm>
              <a:grpFill/>
            </p:grpSpPr>
            <p:sp>
              <p:nvSpPr>
                <p:cNvPr id="983" name="立方体 982"/>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84" name="立方体 983"/>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85" name="立方体 984"/>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86" name="立方体 985"/>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87" name="立方体 986"/>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88" name="立方体 987"/>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89" name="立方体 988"/>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90" name="立方体 989"/>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91" name="立方体 990"/>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992" name="组合 991"/>
            <p:cNvGrpSpPr/>
            <p:nvPr/>
          </p:nvGrpSpPr>
          <p:grpSpPr>
            <a:xfrm>
              <a:off x="1266" y="2470"/>
              <a:ext cx="1854" cy="478"/>
              <a:chOff x="1266" y="2470"/>
              <a:chExt cx="1854" cy="478"/>
            </a:xfrm>
            <a:grpFill/>
          </p:grpSpPr>
          <p:grpSp>
            <p:nvGrpSpPr>
              <p:cNvPr id="993" name="组合 992"/>
              <p:cNvGrpSpPr>
                <a:grpSpLocks noChangeAspect="1"/>
              </p:cNvGrpSpPr>
              <p:nvPr/>
            </p:nvGrpSpPr>
            <p:grpSpPr>
              <a:xfrm>
                <a:off x="1266" y="2470"/>
                <a:ext cx="482" cy="478"/>
                <a:chOff x="8304389" y="2157934"/>
                <a:chExt cx="2017948" cy="2001327"/>
              </a:xfrm>
              <a:grpFill/>
            </p:grpSpPr>
            <p:sp>
              <p:nvSpPr>
                <p:cNvPr id="994" name="立方体 993"/>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95" name="立方体 994"/>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96" name="立方体 995"/>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97" name="立方体 996"/>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98" name="立方体 997"/>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99" name="立方体 998"/>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00" name="立方体 999"/>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01" name="立方体 1000"/>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002" name="立方体 1001"/>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003" name="组合 1002"/>
              <p:cNvGrpSpPr>
                <a:grpSpLocks noChangeAspect="1"/>
              </p:cNvGrpSpPr>
              <p:nvPr/>
            </p:nvGrpSpPr>
            <p:grpSpPr>
              <a:xfrm>
                <a:off x="1730" y="2470"/>
                <a:ext cx="482" cy="478"/>
                <a:chOff x="8304389" y="2157934"/>
                <a:chExt cx="2017948" cy="2001327"/>
              </a:xfrm>
              <a:grpFill/>
            </p:grpSpPr>
            <p:sp>
              <p:nvSpPr>
                <p:cNvPr id="1004" name="立方体 1003"/>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05" name="立方体 1004"/>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06" name="立方体 1005"/>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07" name="立方体 1006"/>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08" name="立方体 1007"/>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09" name="立方体 1008"/>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10" name="立方体 1009"/>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11" name="立方体 1010"/>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012" name="立方体 1011"/>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013" name="组合 1012"/>
              <p:cNvGrpSpPr>
                <a:grpSpLocks noChangeAspect="1"/>
              </p:cNvGrpSpPr>
              <p:nvPr/>
            </p:nvGrpSpPr>
            <p:grpSpPr>
              <a:xfrm>
                <a:off x="2186" y="2470"/>
                <a:ext cx="482" cy="478"/>
                <a:chOff x="8304389" y="2157934"/>
                <a:chExt cx="2017948" cy="2001327"/>
              </a:xfrm>
              <a:grpFill/>
            </p:grpSpPr>
            <p:sp>
              <p:nvSpPr>
                <p:cNvPr id="1014" name="立方体 1013"/>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15" name="立方体 1014"/>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16" name="立方体 1015"/>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17" name="立方体 1016"/>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18" name="立方体 1017"/>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19" name="立方体 1018"/>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20" name="立方体 1019"/>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21" name="立方体 1020"/>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022" name="立方体 1021"/>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023" name="组合 1022"/>
              <p:cNvGrpSpPr>
                <a:grpSpLocks noChangeAspect="1"/>
              </p:cNvGrpSpPr>
              <p:nvPr/>
            </p:nvGrpSpPr>
            <p:grpSpPr>
              <a:xfrm>
                <a:off x="2638" y="2470"/>
                <a:ext cx="482" cy="478"/>
                <a:chOff x="8304389" y="2157934"/>
                <a:chExt cx="2017948" cy="2001327"/>
              </a:xfrm>
              <a:grpFill/>
            </p:grpSpPr>
            <p:sp>
              <p:nvSpPr>
                <p:cNvPr id="1024" name="立方体 1023"/>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25" name="立方体 1024"/>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26" name="立方体 1025"/>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27" name="立方体 1026"/>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28" name="立方体 1027"/>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29" name="立方体 1028"/>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30" name="立方体 1029"/>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31" name="立方体 1030"/>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032" name="立方体 1031"/>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sp>
        <p:nvSpPr>
          <p:cNvPr id="1034" name="圆角矩形 1033"/>
          <p:cNvSpPr/>
          <p:nvPr/>
        </p:nvSpPr>
        <p:spPr>
          <a:xfrm>
            <a:off x="6381115" y="2814955"/>
            <a:ext cx="2445385" cy="1090295"/>
          </a:xfrm>
          <a:prstGeom prst="roundRect">
            <a:avLst/>
          </a:prstGeom>
          <a:noFill/>
          <a:ln w="25400">
            <a:solidFill>
              <a:schemeClr val="bg1">
                <a:lumMod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右箭头 6"/>
          <p:cNvSpPr/>
          <p:nvPr/>
        </p:nvSpPr>
        <p:spPr>
          <a:xfrm>
            <a:off x="4998720" y="2917190"/>
            <a:ext cx="838200" cy="482600"/>
          </a:xfrm>
          <a:prstGeom prst="rightArrow">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 name="文本框 7"/>
          <p:cNvSpPr txBox="1"/>
          <p:nvPr/>
        </p:nvSpPr>
        <p:spPr>
          <a:xfrm>
            <a:off x="6532880" y="4101465"/>
            <a:ext cx="3063875" cy="368300"/>
          </a:xfrm>
          <a:prstGeom prst="rect">
            <a:avLst/>
          </a:prstGeom>
          <a:noFill/>
        </p:spPr>
        <p:txBody>
          <a:bodyPr wrap="square" rtlCol="0">
            <a:spAutoFit/>
          </a:bodyPr>
          <a:p>
            <a:r>
              <a:rPr lang="en-US" altLang="zh-CN">
                <a:latin typeface="Times New Roman" panose="02020603050405020304" pitchFamily="18" charset="0"/>
                <a:cs typeface="Times New Roman" panose="02020603050405020304" pitchFamily="18" charset="0"/>
              </a:rPr>
              <a:t>Channel-wise Distillation</a:t>
            </a:r>
            <a:endParaRPr lang="en-US" altLang="zh-CN">
              <a:latin typeface="Times New Roman" panose="02020603050405020304" pitchFamily="18" charset="0"/>
              <a:cs typeface="Times New Roman" panose="02020603050405020304" pitchFamily="18" charset="0"/>
            </a:endParaRPr>
          </a:p>
        </p:txBody>
      </p:sp>
      <p:grpSp>
        <p:nvGrpSpPr>
          <p:cNvPr id="9" name="组合 8"/>
          <p:cNvGrpSpPr/>
          <p:nvPr/>
        </p:nvGrpSpPr>
        <p:grpSpPr>
          <a:xfrm rot="0">
            <a:off x="2529205" y="1863090"/>
            <a:ext cx="970915" cy="989330"/>
            <a:chOff x="1262" y="2470"/>
            <a:chExt cx="1858" cy="1780"/>
          </a:xfrm>
          <a:solidFill>
            <a:schemeClr val="accent2">
              <a:lumMod val="40000"/>
              <a:lumOff val="60000"/>
            </a:schemeClr>
          </a:solidFill>
        </p:grpSpPr>
        <p:grpSp>
          <p:nvGrpSpPr>
            <p:cNvPr id="10" name="组合 9"/>
            <p:cNvGrpSpPr/>
            <p:nvPr/>
          </p:nvGrpSpPr>
          <p:grpSpPr>
            <a:xfrm>
              <a:off x="1262" y="3346"/>
              <a:ext cx="1854" cy="905"/>
              <a:chOff x="1199" y="3409"/>
              <a:chExt cx="1854" cy="905"/>
            </a:xfrm>
            <a:grpFill/>
          </p:grpSpPr>
          <p:grpSp>
            <p:nvGrpSpPr>
              <p:cNvPr id="11" name="组合 10"/>
              <p:cNvGrpSpPr/>
              <p:nvPr/>
            </p:nvGrpSpPr>
            <p:grpSpPr>
              <a:xfrm>
                <a:off x="1199" y="3836"/>
                <a:ext cx="1854" cy="478"/>
                <a:chOff x="1266" y="2470"/>
                <a:chExt cx="1854" cy="478"/>
              </a:xfrm>
              <a:grpFill/>
            </p:grpSpPr>
            <p:grpSp>
              <p:nvGrpSpPr>
                <p:cNvPr id="12" name="组合 11"/>
                <p:cNvGrpSpPr>
                  <a:grpSpLocks noChangeAspect="1"/>
                </p:cNvGrpSpPr>
                <p:nvPr/>
              </p:nvGrpSpPr>
              <p:grpSpPr>
                <a:xfrm>
                  <a:off x="1266" y="2470"/>
                  <a:ext cx="482" cy="478"/>
                  <a:chOff x="8304389" y="2157934"/>
                  <a:chExt cx="2017948" cy="2001327"/>
                </a:xfrm>
                <a:grpFill/>
              </p:grpSpPr>
              <p:sp>
                <p:nvSpPr>
                  <p:cNvPr id="13" name="立方体 12"/>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立方体 13"/>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立方体 14"/>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立方体 15"/>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立方体 19"/>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2" name="立方体 61"/>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1" name="立方体 70"/>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3" name="立方体 72"/>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77" name="立方体 76"/>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2" name="组合 81"/>
                <p:cNvGrpSpPr>
                  <a:grpSpLocks noChangeAspect="1"/>
                </p:cNvGrpSpPr>
                <p:nvPr/>
              </p:nvGrpSpPr>
              <p:grpSpPr>
                <a:xfrm>
                  <a:off x="1730" y="2470"/>
                  <a:ext cx="482" cy="478"/>
                  <a:chOff x="8304389" y="2157934"/>
                  <a:chExt cx="2017948" cy="2001327"/>
                </a:xfrm>
                <a:grpFill/>
              </p:grpSpPr>
              <p:sp>
                <p:nvSpPr>
                  <p:cNvPr id="85" name="立方体 84"/>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6" name="立方体 85"/>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2" name="立方体 91"/>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3" name="立方体 92"/>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4" name="立方体 93"/>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5" name="立方体 94"/>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7" name="立方体 96"/>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8" name="立方体 97"/>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99" name="立方体 98"/>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00" name="组合 99"/>
                <p:cNvGrpSpPr>
                  <a:grpSpLocks noChangeAspect="1"/>
                </p:cNvGrpSpPr>
                <p:nvPr/>
              </p:nvGrpSpPr>
              <p:grpSpPr>
                <a:xfrm>
                  <a:off x="2186" y="2470"/>
                  <a:ext cx="482" cy="478"/>
                  <a:chOff x="8304389" y="2157934"/>
                  <a:chExt cx="2017948" cy="2001327"/>
                </a:xfrm>
                <a:grpFill/>
              </p:grpSpPr>
              <p:sp>
                <p:nvSpPr>
                  <p:cNvPr id="104" name="立方体 103"/>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0" name="立方体 129"/>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1" name="立方体 130"/>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2" name="立方体 131"/>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33" name="立方体 1032"/>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35" name="立方体 1034"/>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36" name="立方体 1035"/>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37" name="立方体 1036"/>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038" name="立方体 1037"/>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039" name="组合 1038"/>
                <p:cNvGrpSpPr>
                  <a:grpSpLocks noChangeAspect="1"/>
                </p:cNvGrpSpPr>
                <p:nvPr/>
              </p:nvGrpSpPr>
              <p:grpSpPr>
                <a:xfrm>
                  <a:off x="2638" y="2470"/>
                  <a:ext cx="482" cy="478"/>
                  <a:chOff x="8304389" y="2157934"/>
                  <a:chExt cx="2017948" cy="2001327"/>
                </a:xfrm>
                <a:grpFill/>
              </p:grpSpPr>
              <p:sp>
                <p:nvSpPr>
                  <p:cNvPr id="1040" name="立方体 1039"/>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1" name="立方体 1040"/>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2" name="立方体 1041"/>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3" name="立方体 1042"/>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4" name="立方体 1043"/>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5" name="立方体 1044"/>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6" name="立方体 1045"/>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47" name="立方体 1046"/>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048" name="立方体 1047"/>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049" name="组合 1048"/>
              <p:cNvGrpSpPr/>
              <p:nvPr/>
            </p:nvGrpSpPr>
            <p:grpSpPr>
              <a:xfrm>
                <a:off x="1199" y="3409"/>
                <a:ext cx="1854" cy="478"/>
                <a:chOff x="1266" y="2470"/>
                <a:chExt cx="1854" cy="478"/>
              </a:xfrm>
              <a:grpFill/>
            </p:grpSpPr>
            <p:grpSp>
              <p:nvGrpSpPr>
                <p:cNvPr id="1050" name="组合 1049"/>
                <p:cNvGrpSpPr>
                  <a:grpSpLocks noChangeAspect="1"/>
                </p:cNvGrpSpPr>
                <p:nvPr/>
              </p:nvGrpSpPr>
              <p:grpSpPr>
                <a:xfrm>
                  <a:off x="1266" y="2470"/>
                  <a:ext cx="482" cy="478"/>
                  <a:chOff x="8304389" y="2157934"/>
                  <a:chExt cx="2017948" cy="2001327"/>
                </a:xfrm>
                <a:grpFill/>
              </p:grpSpPr>
              <p:sp>
                <p:nvSpPr>
                  <p:cNvPr id="1051" name="立方体 1050"/>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52" name="立方体 1051"/>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53" name="立方体 1052"/>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54" name="立方体 1053"/>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55" name="立方体 1054"/>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56" name="立方体 1055"/>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57" name="立方体 1056"/>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58" name="立方体 1057"/>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059" name="立方体 1058"/>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060" name="组合 1059"/>
                <p:cNvGrpSpPr>
                  <a:grpSpLocks noChangeAspect="1"/>
                </p:cNvGrpSpPr>
                <p:nvPr/>
              </p:nvGrpSpPr>
              <p:grpSpPr>
                <a:xfrm>
                  <a:off x="1730" y="2470"/>
                  <a:ext cx="482" cy="478"/>
                  <a:chOff x="8304389" y="2157934"/>
                  <a:chExt cx="2017948" cy="2001327"/>
                </a:xfrm>
                <a:grpFill/>
              </p:grpSpPr>
              <p:sp>
                <p:nvSpPr>
                  <p:cNvPr id="1061" name="立方体 1060"/>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62" name="立方体 1061"/>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63" name="立方体 1062"/>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64" name="立方体 1063"/>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65" name="立方体 1064"/>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66" name="立方体 1065"/>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67" name="立方体 1066"/>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68" name="立方体 1067"/>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069" name="立方体 1068"/>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070" name="组合 1069"/>
                <p:cNvGrpSpPr>
                  <a:grpSpLocks noChangeAspect="1"/>
                </p:cNvGrpSpPr>
                <p:nvPr/>
              </p:nvGrpSpPr>
              <p:grpSpPr>
                <a:xfrm>
                  <a:off x="2186" y="2470"/>
                  <a:ext cx="482" cy="478"/>
                  <a:chOff x="8304389" y="2157934"/>
                  <a:chExt cx="2017948" cy="2001327"/>
                </a:xfrm>
                <a:grpFill/>
              </p:grpSpPr>
              <p:sp>
                <p:nvSpPr>
                  <p:cNvPr id="1071" name="立方体 1070"/>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72" name="立方体 1071"/>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73" name="立方体 1072"/>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74" name="立方体 1073"/>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75" name="立方体 1074"/>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76" name="立方体 1075"/>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77" name="立方体 1076"/>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78" name="立方体 1077"/>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079" name="立方体 1078"/>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080" name="组合 1079"/>
                <p:cNvGrpSpPr>
                  <a:grpSpLocks noChangeAspect="1"/>
                </p:cNvGrpSpPr>
                <p:nvPr/>
              </p:nvGrpSpPr>
              <p:grpSpPr>
                <a:xfrm>
                  <a:off x="2638" y="2470"/>
                  <a:ext cx="482" cy="478"/>
                  <a:chOff x="8304389" y="2157934"/>
                  <a:chExt cx="2017948" cy="2001327"/>
                </a:xfrm>
                <a:grpFill/>
              </p:grpSpPr>
              <p:sp>
                <p:nvSpPr>
                  <p:cNvPr id="1081" name="立方体 1080"/>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82" name="立方体 1081"/>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83" name="立方体 1082"/>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84" name="立方体 1083"/>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85" name="立方体 1084"/>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86" name="立方体 1085"/>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87" name="立方体 1086"/>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88" name="立方体 1087"/>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089" name="立方体 1088"/>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090" name="组合 1089"/>
            <p:cNvGrpSpPr/>
            <p:nvPr/>
          </p:nvGrpSpPr>
          <p:grpSpPr>
            <a:xfrm>
              <a:off x="1266" y="2897"/>
              <a:ext cx="1854" cy="478"/>
              <a:chOff x="1266" y="2470"/>
              <a:chExt cx="1854" cy="478"/>
            </a:xfrm>
            <a:grpFill/>
          </p:grpSpPr>
          <p:grpSp>
            <p:nvGrpSpPr>
              <p:cNvPr id="1091" name="组合 1090"/>
              <p:cNvGrpSpPr>
                <a:grpSpLocks noChangeAspect="1"/>
              </p:cNvGrpSpPr>
              <p:nvPr/>
            </p:nvGrpSpPr>
            <p:grpSpPr>
              <a:xfrm>
                <a:off x="1266" y="2470"/>
                <a:ext cx="482" cy="478"/>
                <a:chOff x="8304389" y="2157934"/>
                <a:chExt cx="2017948" cy="2001327"/>
              </a:xfrm>
              <a:grpFill/>
            </p:grpSpPr>
            <p:sp>
              <p:nvSpPr>
                <p:cNvPr id="1092" name="立方体 1091"/>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93" name="立方体 1092"/>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94" name="立方体 1093"/>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95" name="立方体 1094"/>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96" name="立方体 1095"/>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97" name="立方体 1096"/>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98" name="立方体 1097"/>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99" name="立方体 1098"/>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100" name="立方体 1099"/>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101" name="组合 1100"/>
              <p:cNvGrpSpPr>
                <a:grpSpLocks noChangeAspect="1"/>
              </p:cNvGrpSpPr>
              <p:nvPr/>
            </p:nvGrpSpPr>
            <p:grpSpPr>
              <a:xfrm>
                <a:off x="1730" y="2470"/>
                <a:ext cx="482" cy="478"/>
                <a:chOff x="8304389" y="2157934"/>
                <a:chExt cx="2017948" cy="2001327"/>
              </a:xfrm>
              <a:grpFill/>
            </p:grpSpPr>
            <p:sp>
              <p:nvSpPr>
                <p:cNvPr id="1102" name="立方体 1101"/>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03" name="立方体 1102"/>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04" name="立方体 1103"/>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05" name="立方体 1104"/>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06" name="立方体 1105"/>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07" name="立方体 1106"/>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08" name="立方体 1107"/>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09" name="立方体 1108"/>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110" name="立方体 1109"/>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111" name="组合 1110"/>
              <p:cNvGrpSpPr>
                <a:grpSpLocks noChangeAspect="1"/>
              </p:cNvGrpSpPr>
              <p:nvPr/>
            </p:nvGrpSpPr>
            <p:grpSpPr>
              <a:xfrm>
                <a:off x="2186" y="2470"/>
                <a:ext cx="482" cy="478"/>
                <a:chOff x="8304389" y="2157934"/>
                <a:chExt cx="2017948" cy="2001327"/>
              </a:xfrm>
              <a:grpFill/>
            </p:grpSpPr>
            <p:sp>
              <p:nvSpPr>
                <p:cNvPr id="1112" name="立方体 1111"/>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13" name="立方体 1112"/>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14" name="立方体 1113"/>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15" name="立方体 1114"/>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16" name="立方体 1115"/>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17" name="立方体 1116"/>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18" name="立方体 1117"/>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19" name="立方体 1118"/>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120" name="立方体 1119"/>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121" name="组合 1120"/>
              <p:cNvGrpSpPr>
                <a:grpSpLocks noChangeAspect="1"/>
              </p:cNvGrpSpPr>
              <p:nvPr/>
            </p:nvGrpSpPr>
            <p:grpSpPr>
              <a:xfrm>
                <a:off x="2638" y="2470"/>
                <a:ext cx="482" cy="478"/>
                <a:chOff x="8304389" y="2157934"/>
                <a:chExt cx="2017948" cy="2001327"/>
              </a:xfrm>
              <a:grpFill/>
            </p:grpSpPr>
            <p:sp>
              <p:nvSpPr>
                <p:cNvPr id="1122" name="立方体 1121"/>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23" name="立方体 1122"/>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24" name="立方体 1123"/>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25" name="立方体 1124"/>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26" name="立方体 1125"/>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27" name="立方体 1126"/>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28" name="立方体 1127"/>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29" name="立方体 1128"/>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130" name="立方体 1129"/>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131" name="组合 1130"/>
            <p:cNvGrpSpPr/>
            <p:nvPr/>
          </p:nvGrpSpPr>
          <p:grpSpPr>
            <a:xfrm>
              <a:off x="1266" y="2470"/>
              <a:ext cx="1854" cy="478"/>
              <a:chOff x="1266" y="2470"/>
              <a:chExt cx="1854" cy="478"/>
            </a:xfrm>
            <a:grpFill/>
          </p:grpSpPr>
          <p:grpSp>
            <p:nvGrpSpPr>
              <p:cNvPr id="1132" name="组合 1131"/>
              <p:cNvGrpSpPr>
                <a:grpSpLocks noChangeAspect="1"/>
              </p:cNvGrpSpPr>
              <p:nvPr/>
            </p:nvGrpSpPr>
            <p:grpSpPr>
              <a:xfrm>
                <a:off x="1266" y="2470"/>
                <a:ext cx="482" cy="478"/>
                <a:chOff x="8304389" y="2157934"/>
                <a:chExt cx="2017948" cy="2001327"/>
              </a:xfrm>
              <a:grpFill/>
            </p:grpSpPr>
            <p:sp>
              <p:nvSpPr>
                <p:cNvPr id="1133" name="立方体 1132"/>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34" name="立方体 1133"/>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35" name="立方体 1134"/>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36" name="立方体 1135"/>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37" name="立方体 1136"/>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38" name="立方体 1137"/>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39" name="立方体 1138"/>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40" name="立方体 1139"/>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141" name="立方体 1140"/>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142" name="组合 1141"/>
              <p:cNvGrpSpPr>
                <a:grpSpLocks noChangeAspect="1"/>
              </p:cNvGrpSpPr>
              <p:nvPr/>
            </p:nvGrpSpPr>
            <p:grpSpPr>
              <a:xfrm>
                <a:off x="1730" y="2470"/>
                <a:ext cx="482" cy="478"/>
                <a:chOff x="8304389" y="2157934"/>
                <a:chExt cx="2017948" cy="2001327"/>
              </a:xfrm>
              <a:grpFill/>
            </p:grpSpPr>
            <p:sp>
              <p:nvSpPr>
                <p:cNvPr id="1143" name="立方体 1142"/>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44" name="立方体 1143"/>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45" name="立方体 1144"/>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46" name="立方体 1145"/>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47" name="立方体 1146"/>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48" name="立方体 1147"/>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49" name="立方体 1148"/>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50" name="立方体 1149"/>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151" name="立方体 1150"/>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152" name="组合 1151"/>
              <p:cNvGrpSpPr>
                <a:grpSpLocks noChangeAspect="1"/>
              </p:cNvGrpSpPr>
              <p:nvPr/>
            </p:nvGrpSpPr>
            <p:grpSpPr>
              <a:xfrm>
                <a:off x="2186" y="2470"/>
                <a:ext cx="482" cy="478"/>
                <a:chOff x="8304389" y="2157934"/>
                <a:chExt cx="2017948" cy="2001327"/>
              </a:xfrm>
              <a:grpFill/>
            </p:grpSpPr>
            <p:sp>
              <p:nvSpPr>
                <p:cNvPr id="1153" name="立方体 1152"/>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54" name="立方体 1153"/>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55" name="立方体 1154"/>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56" name="立方体 1155"/>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57" name="立方体 1156"/>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58" name="立方体 1157"/>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59" name="立方体 1158"/>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60" name="立方体 1159"/>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161" name="立方体 1160"/>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162" name="组合 1161"/>
              <p:cNvGrpSpPr>
                <a:grpSpLocks noChangeAspect="1"/>
              </p:cNvGrpSpPr>
              <p:nvPr/>
            </p:nvGrpSpPr>
            <p:grpSpPr>
              <a:xfrm>
                <a:off x="2638" y="2470"/>
                <a:ext cx="482" cy="478"/>
                <a:chOff x="8304389" y="2157934"/>
                <a:chExt cx="2017948" cy="2001327"/>
              </a:xfrm>
              <a:grpFill/>
            </p:grpSpPr>
            <p:sp>
              <p:nvSpPr>
                <p:cNvPr id="1163" name="立方体 1162"/>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64" name="立方体 1163"/>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65" name="立方体 1164"/>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66" name="立方体 1165"/>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67" name="立方体 1166"/>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68" name="立方体 1167"/>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69" name="立方体 1168"/>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70" name="立方体 1169"/>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171" name="立方体 1170"/>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172" name="组合 1171"/>
          <p:cNvGrpSpPr/>
          <p:nvPr/>
        </p:nvGrpSpPr>
        <p:grpSpPr>
          <a:xfrm rot="0">
            <a:off x="3602990" y="1887220"/>
            <a:ext cx="1065530" cy="990600"/>
            <a:chOff x="1262" y="2470"/>
            <a:chExt cx="1858" cy="1780"/>
          </a:xfrm>
          <a:solidFill>
            <a:schemeClr val="accent2">
              <a:lumMod val="40000"/>
              <a:lumOff val="60000"/>
            </a:schemeClr>
          </a:solidFill>
        </p:grpSpPr>
        <p:grpSp>
          <p:nvGrpSpPr>
            <p:cNvPr id="1173" name="组合 1172"/>
            <p:cNvGrpSpPr/>
            <p:nvPr/>
          </p:nvGrpSpPr>
          <p:grpSpPr>
            <a:xfrm>
              <a:off x="1262" y="3346"/>
              <a:ext cx="1854" cy="905"/>
              <a:chOff x="1199" y="3409"/>
              <a:chExt cx="1854" cy="905"/>
            </a:xfrm>
            <a:grpFill/>
          </p:grpSpPr>
          <p:grpSp>
            <p:nvGrpSpPr>
              <p:cNvPr id="1174" name="组合 1173"/>
              <p:cNvGrpSpPr/>
              <p:nvPr/>
            </p:nvGrpSpPr>
            <p:grpSpPr>
              <a:xfrm>
                <a:off x="1199" y="3836"/>
                <a:ext cx="1854" cy="478"/>
                <a:chOff x="1266" y="2470"/>
                <a:chExt cx="1854" cy="478"/>
              </a:xfrm>
              <a:grpFill/>
            </p:grpSpPr>
            <p:grpSp>
              <p:nvGrpSpPr>
                <p:cNvPr id="1175" name="组合 1174"/>
                <p:cNvGrpSpPr>
                  <a:grpSpLocks noChangeAspect="1"/>
                </p:cNvGrpSpPr>
                <p:nvPr/>
              </p:nvGrpSpPr>
              <p:grpSpPr>
                <a:xfrm>
                  <a:off x="1266" y="2470"/>
                  <a:ext cx="482" cy="478"/>
                  <a:chOff x="8304389" y="2157934"/>
                  <a:chExt cx="2017948" cy="2001327"/>
                </a:xfrm>
                <a:grpFill/>
              </p:grpSpPr>
              <p:sp>
                <p:nvSpPr>
                  <p:cNvPr id="1176" name="立方体 1175"/>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77" name="立方体 1176"/>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78" name="立方体 1177"/>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79" name="立方体 1178"/>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80" name="立方体 1179"/>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81" name="立方体 1180"/>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82" name="立方体 1181"/>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83" name="立方体 1182"/>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184" name="立方体 1183"/>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185" name="组合 1184"/>
                <p:cNvGrpSpPr>
                  <a:grpSpLocks noChangeAspect="1"/>
                </p:cNvGrpSpPr>
                <p:nvPr/>
              </p:nvGrpSpPr>
              <p:grpSpPr>
                <a:xfrm>
                  <a:off x="1730" y="2470"/>
                  <a:ext cx="482" cy="478"/>
                  <a:chOff x="8304389" y="2157934"/>
                  <a:chExt cx="2017948" cy="2001327"/>
                </a:xfrm>
                <a:grpFill/>
              </p:grpSpPr>
              <p:sp>
                <p:nvSpPr>
                  <p:cNvPr id="1186" name="立方体 1185"/>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87" name="立方体 1186"/>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88" name="立方体 1187"/>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89" name="立方体 1188"/>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90" name="立方体 1189"/>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91" name="立方体 1190"/>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92" name="立方体 1191"/>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93" name="立方体 1192"/>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194" name="立方体 1193"/>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195" name="组合 1194"/>
                <p:cNvGrpSpPr>
                  <a:grpSpLocks noChangeAspect="1"/>
                </p:cNvGrpSpPr>
                <p:nvPr/>
              </p:nvGrpSpPr>
              <p:grpSpPr>
                <a:xfrm>
                  <a:off x="2186" y="2470"/>
                  <a:ext cx="482" cy="478"/>
                  <a:chOff x="8304389" y="2157934"/>
                  <a:chExt cx="2017948" cy="2001327"/>
                </a:xfrm>
                <a:grpFill/>
              </p:grpSpPr>
              <p:sp>
                <p:nvSpPr>
                  <p:cNvPr id="1196" name="立方体 1195"/>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97" name="立方体 1196"/>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98" name="立方体 1197"/>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99" name="立方体 1198"/>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00" name="立方体 1199"/>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01" name="立方体 1200"/>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02" name="立方体 1201"/>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03" name="立方体 1202"/>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204" name="立方体 1203"/>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205" name="组合 1204"/>
                <p:cNvGrpSpPr>
                  <a:grpSpLocks noChangeAspect="1"/>
                </p:cNvGrpSpPr>
                <p:nvPr/>
              </p:nvGrpSpPr>
              <p:grpSpPr>
                <a:xfrm>
                  <a:off x="2638" y="2470"/>
                  <a:ext cx="482" cy="478"/>
                  <a:chOff x="8304389" y="2157934"/>
                  <a:chExt cx="2017948" cy="2001327"/>
                </a:xfrm>
                <a:grpFill/>
              </p:grpSpPr>
              <p:sp>
                <p:nvSpPr>
                  <p:cNvPr id="1206" name="立方体 1205"/>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07" name="立方体 1206"/>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08" name="立方体 1207"/>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09" name="立方体 1208"/>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10" name="立方体 1209"/>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11" name="立方体 1210"/>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12" name="立方体 1211"/>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13" name="立方体 1212"/>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214" name="立方体 1213"/>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215" name="组合 1214"/>
              <p:cNvGrpSpPr/>
              <p:nvPr/>
            </p:nvGrpSpPr>
            <p:grpSpPr>
              <a:xfrm>
                <a:off x="1199" y="3409"/>
                <a:ext cx="1854" cy="478"/>
                <a:chOff x="1266" y="2470"/>
                <a:chExt cx="1854" cy="478"/>
              </a:xfrm>
              <a:grpFill/>
            </p:grpSpPr>
            <p:grpSp>
              <p:nvGrpSpPr>
                <p:cNvPr id="1216" name="组合 1215"/>
                <p:cNvGrpSpPr>
                  <a:grpSpLocks noChangeAspect="1"/>
                </p:cNvGrpSpPr>
                <p:nvPr/>
              </p:nvGrpSpPr>
              <p:grpSpPr>
                <a:xfrm>
                  <a:off x="1266" y="2470"/>
                  <a:ext cx="482" cy="478"/>
                  <a:chOff x="8304389" y="2157934"/>
                  <a:chExt cx="2017948" cy="2001327"/>
                </a:xfrm>
                <a:grpFill/>
              </p:grpSpPr>
              <p:sp>
                <p:nvSpPr>
                  <p:cNvPr id="1217" name="立方体 1216"/>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18" name="立方体 1217"/>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19" name="立方体 1218"/>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20" name="立方体 1219"/>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21" name="立方体 1220"/>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22" name="立方体 1221"/>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23" name="立方体 1222"/>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24" name="立方体 1223"/>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225" name="立方体 1224"/>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226" name="组合 1225"/>
                <p:cNvGrpSpPr>
                  <a:grpSpLocks noChangeAspect="1"/>
                </p:cNvGrpSpPr>
                <p:nvPr/>
              </p:nvGrpSpPr>
              <p:grpSpPr>
                <a:xfrm>
                  <a:off x="1730" y="2470"/>
                  <a:ext cx="482" cy="478"/>
                  <a:chOff x="8304389" y="2157934"/>
                  <a:chExt cx="2017948" cy="2001327"/>
                </a:xfrm>
                <a:grpFill/>
              </p:grpSpPr>
              <p:sp>
                <p:nvSpPr>
                  <p:cNvPr id="1227" name="立方体 1226"/>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28" name="立方体 1227"/>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29" name="立方体 1228"/>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30" name="立方体 1229"/>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31" name="立方体 1230"/>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32" name="立方体 1231"/>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33" name="立方体 1232"/>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34" name="立方体 1233"/>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235" name="立方体 1234"/>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236" name="组合 1235"/>
                <p:cNvGrpSpPr>
                  <a:grpSpLocks noChangeAspect="1"/>
                </p:cNvGrpSpPr>
                <p:nvPr/>
              </p:nvGrpSpPr>
              <p:grpSpPr>
                <a:xfrm>
                  <a:off x="2186" y="2470"/>
                  <a:ext cx="482" cy="478"/>
                  <a:chOff x="8304389" y="2157934"/>
                  <a:chExt cx="2017948" cy="2001327"/>
                </a:xfrm>
                <a:grpFill/>
              </p:grpSpPr>
              <p:sp>
                <p:nvSpPr>
                  <p:cNvPr id="1237" name="立方体 1236"/>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38" name="立方体 1237"/>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39" name="立方体 1238"/>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40" name="立方体 1239"/>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41" name="立方体 1240"/>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42" name="立方体 1241"/>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43" name="立方体 1242"/>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44" name="立方体 1243"/>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245" name="立方体 1244"/>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246" name="组合 1245"/>
                <p:cNvGrpSpPr>
                  <a:grpSpLocks noChangeAspect="1"/>
                </p:cNvGrpSpPr>
                <p:nvPr/>
              </p:nvGrpSpPr>
              <p:grpSpPr>
                <a:xfrm>
                  <a:off x="2638" y="2470"/>
                  <a:ext cx="482" cy="478"/>
                  <a:chOff x="8304389" y="2157934"/>
                  <a:chExt cx="2017948" cy="2001327"/>
                </a:xfrm>
                <a:grpFill/>
              </p:grpSpPr>
              <p:sp>
                <p:nvSpPr>
                  <p:cNvPr id="1247" name="立方体 1246"/>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48" name="立方体 1247"/>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49" name="立方体 1248"/>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50" name="立方体 1249"/>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51" name="立方体 1250"/>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52" name="立方体 1251"/>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53" name="立方体 1252"/>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54" name="立方体 1253"/>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255" name="立方体 1254"/>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256" name="组合 1255"/>
            <p:cNvGrpSpPr/>
            <p:nvPr/>
          </p:nvGrpSpPr>
          <p:grpSpPr>
            <a:xfrm>
              <a:off x="1266" y="2897"/>
              <a:ext cx="1854" cy="478"/>
              <a:chOff x="1266" y="2470"/>
              <a:chExt cx="1854" cy="478"/>
            </a:xfrm>
            <a:grpFill/>
          </p:grpSpPr>
          <p:grpSp>
            <p:nvGrpSpPr>
              <p:cNvPr id="1257" name="组合 1256"/>
              <p:cNvGrpSpPr>
                <a:grpSpLocks noChangeAspect="1"/>
              </p:cNvGrpSpPr>
              <p:nvPr/>
            </p:nvGrpSpPr>
            <p:grpSpPr>
              <a:xfrm>
                <a:off x="1266" y="2470"/>
                <a:ext cx="482" cy="478"/>
                <a:chOff x="8304389" y="2157934"/>
                <a:chExt cx="2017948" cy="2001327"/>
              </a:xfrm>
              <a:grpFill/>
            </p:grpSpPr>
            <p:sp>
              <p:nvSpPr>
                <p:cNvPr id="1258" name="立方体 1257"/>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59" name="立方体 1258"/>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60" name="立方体 1259"/>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61" name="立方体 1260"/>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62" name="立方体 1261"/>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63" name="立方体 1262"/>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64" name="立方体 1263"/>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65" name="立方体 1264"/>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266" name="立方体 1265"/>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267" name="组合 1266"/>
              <p:cNvGrpSpPr>
                <a:grpSpLocks noChangeAspect="1"/>
              </p:cNvGrpSpPr>
              <p:nvPr/>
            </p:nvGrpSpPr>
            <p:grpSpPr>
              <a:xfrm>
                <a:off x="1730" y="2470"/>
                <a:ext cx="482" cy="478"/>
                <a:chOff x="8304389" y="2157934"/>
                <a:chExt cx="2017948" cy="2001327"/>
              </a:xfrm>
              <a:grpFill/>
            </p:grpSpPr>
            <p:sp>
              <p:nvSpPr>
                <p:cNvPr id="1268" name="立方体 1267"/>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69" name="立方体 1268"/>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70" name="立方体 1269"/>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71" name="立方体 1270"/>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72" name="立方体 1271"/>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73" name="立方体 1272"/>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74" name="立方体 1273"/>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75" name="立方体 1274"/>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276" name="立方体 1275"/>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277" name="组合 1276"/>
              <p:cNvGrpSpPr>
                <a:grpSpLocks noChangeAspect="1"/>
              </p:cNvGrpSpPr>
              <p:nvPr/>
            </p:nvGrpSpPr>
            <p:grpSpPr>
              <a:xfrm>
                <a:off x="2186" y="2470"/>
                <a:ext cx="482" cy="478"/>
                <a:chOff x="8304389" y="2157934"/>
                <a:chExt cx="2017948" cy="2001327"/>
              </a:xfrm>
              <a:grpFill/>
            </p:grpSpPr>
            <p:sp>
              <p:nvSpPr>
                <p:cNvPr id="1278" name="立方体 1277"/>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79" name="立方体 1278"/>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80" name="立方体 1279"/>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81" name="立方体 1280"/>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82" name="立方体 1281"/>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83" name="立方体 1282"/>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84" name="立方体 1283"/>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85" name="立方体 1284"/>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286" name="立方体 1285"/>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287" name="组合 1286"/>
              <p:cNvGrpSpPr>
                <a:grpSpLocks noChangeAspect="1"/>
              </p:cNvGrpSpPr>
              <p:nvPr/>
            </p:nvGrpSpPr>
            <p:grpSpPr>
              <a:xfrm>
                <a:off x="2638" y="2470"/>
                <a:ext cx="482" cy="478"/>
                <a:chOff x="8304389" y="2157934"/>
                <a:chExt cx="2017948" cy="2001327"/>
              </a:xfrm>
              <a:grpFill/>
            </p:grpSpPr>
            <p:sp>
              <p:nvSpPr>
                <p:cNvPr id="1288" name="立方体 1287"/>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89" name="立方体 1288"/>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90" name="立方体 1289"/>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91" name="立方体 1290"/>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92" name="立方体 1291"/>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93" name="立方体 1292"/>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94" name="立方体 1293"/>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95" name="立方体 1294"/>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296" name="立方体 1295"/>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297" name="组合 1296"/>
            <p:cNvGrpSpPr/>
            <p:nvPr/>
          </p:nvGrpSpPr>
          <p:grpSpPr>
            <a:xfrm>
              <a:off x="1266" y="2470"/>
              <a:ext cx="1854" cy="478"/>
              <a:chOff x="1266" y="2470"/>
              <a:chExt cx="1854" cy="478"/>
            </a:xfrm>
            <a:grpFill/>
          </p:grpSpPr>
          <p:grpSp>
            <p:nvGrpSpPr>
              <p:cNvPr id="1298" name="组合 1297"/>
              <p:cNvGrpSpPr>
                <a:grpSpLocks noChangeAspect="1"/>
              </p:cNvGrpSpPr>
              <p:nvPr/>
            </p:nvGrpSpPr>
            <p:grpSpPr>
              <a:xfrm>
                <a:off x="1266" y="2470"/>
                <a:ext cx="482" cy="478"/>
                <a:chOff x="8304389" y="2157934"/>
                <a:chExt cx="2017948" cy="2001327"/>
              </a:xfrm>
              <a:grpFill/>
            </p:grpSpPr>
            <p:sp>
              <p:nvSpPr>
                <p:cNvPr id="1299" name="立方体 1298"/>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00" name="立方体 1299"/>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01" name="立方体 1300"/>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02" name="立方体 1301"/>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03" name="立方体 1302"/>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04" name="立方体 1303"/>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05" name="立方体 1304"/>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06" name="立方体 1305"/>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07" name="立方体 1306"/>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08" name="组合 1307"/>
              <p:cNvGrpSpPr>
                <a:grpSpLocks noChangeAspect="1"/>
              </p:cNvGrpSpPr>
              <p:nvPr/>
            </p:nvGrpSpPr>
            <p:grpSpPr>
              <a:xfrm>
                <a:off x="1730" y="2470"/>
                <a:ext cx="482" cy="478"/>
                <a:chOff x="8304389" y="2157934"/>
                <a:chExt cx="2017948" cy="2001327"/>
              </a:xfrm>
              <a:grpFill/>
            </p:grpSpPr>
            <p:sp>
              <p:nvSpPr>
                <p:cNvPr id="1309" name="立方体 1308"/>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10" name="立方体 1309"/>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11" name="立方体 1310"/>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12" name="立方体 1311"/>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13" name="立方体 1312"/>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14" name="立方体 1313"/>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15" name="立方体 1314"/>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16" name="立方体 1315"/>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17" name="立方体 1316"/>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18" name="组合 1317"/>
              <p:cNvGrpSpPr>
                <a:grpSpLocks noChangeAspect="1"/>
              </p:cNvGrpSpPr>
              <p:nvPr/>
            </p:nvGrpSpPr>
            <p:grpSpPr>
              <a:xfrm>
                <a:off x="2186" y="2470"/>
                <a:ext cx="482" cy="478"/>
                <a:chOff x="8304389" y="2157934"/>
                <a:chExt cx="2017948" cy="2001327"/>
              </a:xfrm>
              <a:grpFill/>
            </p:grpSpPr>
            <p:sp>
              <p:nvSpPr>
                <p:cNvPr id="1319" name="立方体 1318"/>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20" name="立方体 1319"/>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21" name="立方体 1320"/>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22" name="立方体 1321"/>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23" name="立方体 1322"/>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24" name="立方体 1323"/>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25" name="立方体 1324"/>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26" name="立方体 1325"/>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27" name="立方体 1326"/>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28" name="组合 1327"/>
              <p:cNvGrpSpPr>
                <a:grpSpLocks noChangeAspect="1"/>
              </p:cNvGrpSpPr>
              <p:nvPr/>
            </p:nvGrpSpPr>
            <p:grpSpPr>
              <a:xfrm>
                <a:off x="2638" y="2470"/>
                <a:ext cx="482" cy="478"/>
                <a:chOff x="8304389" y="2157934"/>
                <a:chExt cx="2017948" cy="2001327"/>
              </a:xfrm>
              <a:grpFill/>
            </p:grpSpPr>
            <p:sp>
              <p:nvSpPr>
                <p:cNvPr id="1329" name="立方体 1328"/>
                <p:cNvSpPr>
                  <a:spLocks noChangeAspect="1"/>
                </p:cNvSpPr>
                <p:nvPr/>
              </p:nvSpPr>
              <p:spPr>
                <a:xfrm>
                  <a:off x="8304389" y="3370859"/>
                  <a:ext cx="789379" cy="788402"/>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30" name="立方体 1329"/>
                <p:cNvSpPr>
                  <a:spLocks noChangeAspect="1"/>
                </p:cNvSpPr>
                <p:nvPr/>
              </p:nvSpPr>
              <p:spPr>
                <a:xfrm>
                  <a:off x="8918674"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31" name="立方体 1330"/>
                <p:cNvSpPr>
                  <a:spLocks noChangeAspect="1"/>
                </p:cNvSpPr>
                <p:nvPr/>
              </p:nvSpPr>
              <p:spPr>
                <a:xfrm>
                  <a:off x="9532958" y="3370857"/>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32" name="立方体 1331"/>
                <p:cNvSpPr>
                  <a:spLocks noChangeAspect="1"/>
                </p:cNvSpPr>
                <p:nvPr/>
              </p:nvSpPr>
              <p:spPr>
                <a:xfrm>
                  <a:off x="8304389"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33" name="立方体 1332"/>
                <p:cNvSpPr>
                  <a:spLocks noChangeAspect="1"/>
                </p:cNvSpPr>
                <p:nvPr/>
              </p:nvSpPr>
              <p:spPr>
                <a:xfrm>
                  <a:off x="8918674"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34" name="立方体 1333"/>
                <p:cNvSpPr>
                  <a:spLocks noChangeAspect="1"/>
                </p:cNvSpPr>
                <p:nvPr/>
              </p:nvSpPr>
              <p:spPr>
                <a:xfrm>
                  <a:off x="9532958" y="2764396"/>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35" name="立方体 1334"/>
                <p:cNvSpPr>
                  <a:spLocks noChangeAspect="1"/>
                </p:cNvSpPr>
                <p:nvPr/>
              </p:nvSpPr>
              <p:spPr>
                <a:xfrm>
                  <a:off x="8304389"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36" name="立方体 1335"/>
                <p:cNvSpPr>
                  <a:spLocks noChangeAspect="1"/>
                </p:cNvSpPr>
                <p:nvPr/>
              </p:nvSpPr>
              <p:spPr>
                <a:xfrm>
                  <a:off x="8918674"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37" name="立方体 1336"/>
                <p:cNvSpPr>
                  <a:spLocks noChangeAspect="1"/>
                </p:cNvSpPr>
                <p:nvPr/>
              </p:nvSpPr>
              <p:spPr>
                <a:xfrm>
                  <a:off x="9532958" y="2157934"/>
                  <a:ext cx="789379" cy="788400"/>
                </a:xfrm>
                <a:prstGeom prst="cube">
                  <a:avLst>
                    <a:gd name="adj" fmla="val 22457"/>
                  </a:avLst>
                </a:prstGeom>
                <a:grp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338" name="组合 1337"/>
          <p:cNvGrpSpPr/>
          <p:nvPr/>
        </p:nvGrpSpPr>
        <p:grpSpPr>
          <a:xfrm rot="0">
            <a:off x="2122805" y="2289175"/>
            <a:ext cx="970915" cy="989330"/>
            <a:chOff x="1262" y="2470"/>
            <a:chExt cx="1858" cy="1781"/>
          </a:xfrm>
          <a:solidFill>
            <a:schemeClr val="bg1">
              <a:lumMod val="95000"/>
            </a:schemeClr>
          </a:solidFill>
        </p:grpSpPr>
        <p:grpSp>
          <p:nvGrpSpPr>
            <p:cNvPr id="1339" name="组合 1338"/>
            <p:cNvGrpSpPr/>
            <p:nvPr/>
          </p:nvGrpSpPr>
          <p:grpSpPr>
            <a:xfrm>
              <a:off x="1262" y="3346"/>
              <a:ext cx="1854" cy="905"/>
              <a:chOff x="1199" y="3409"/>
              <a:chExt cx="1854" cy="905"/>
            </a:xfrm>
            <a:grpFill/>
          </p:grpSpPr>
          <p:grpSp>
            <p:nvGrpSpPr>
              <p:cNvPr id="1340" name="组合 1339"/>
              <p:cNvGrpSpPr/>
              <p:nvPr/>
            </p:nvGrpSpPr>
            <p:grpSpPr>
              <a:xfrm>
                <a:off x="1199" y="3836"/>
                <a:ext cx="1854" cy="478"/>
                <a:chOff x="1266" y="2470"/>
                <a:chExt cx="1854" cy="478"/>
              </a:xfrm>
              <a:grpFill/>
            </p:grpSpPr>
            <p:grpSp>
              <p:nvGrpSpPr>
                <p:cNvPr id="1341" name="组合 1340"/>
                <p:cNvGrpSpPr>
                  <a:grpSpLocks noChangeAspect="1"/>
                </p:cNvGrpSpPr>
                <p:nvPr/>
              </p:nvGrpSpPr>
              <p:grpSpPr>
                <a:xfrm>
                  <a:off x="1266" y="2470"/>
                  <a:ext cx="482" cy="478"/>
                  <a:chOff x="8304389" y="2157934"/>
                  <a:chExt cx="2017948" cy="2001327"/>
                </a:xfrm>
                <a:grpFill/>
              </p:grpSpPr>
              <p:sp>
                <p:nvSpPr>
                  <p:cNvPr id="1342" name="立方体 1341"/>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3" name="立方体 1342"/>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4" name="立方体 1343"/>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5" name="立方体 1344"/>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6" name="立方体 1345"/>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7" name="立方体 1346"/>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8" name="立方体 1347"/>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9" name="立方体 1348"/>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50" name="立方体 1349"/>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51" name="组合 1350"/>
                <p:cNvGrpSpPr>
                  <a:grpSpLocks noChangeAspect="1"/>
                </p:cNvGrpSpPr>
                <p:nvPr/>
              </p:nvGrpSpPr>
              <p:grpSpPr>
                <a:xfrm>
                  <a:off x="1730" y="2470"/>
                  <a:ext cx="482" cy="478"/>
                  <a:chOff x="8304389" y="2157934"/>
                  <a:chExt cx="2017948" cy="2001327"/>
                </a:xfrm>
                <a:grpFill/>
              </p:grpSpPr>
              <p:sp>
                <p:nvSpPr>
                  <p:cNvPr id="1352" name="立方体 1351"/>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53" name="立方体 1352"/>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54" name="立方体 1353"/>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55" name="立方体 1354"/>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56" name="立方体 1355"/>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57" name="立方体 1356"/>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58" name="立方体 1357"/>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59" name="立方体 1358"/>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60" name="立方体 1359"/>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61" name="组合 1360"/>
                <p:cNvGrpSpPr>
                  <a:grpSpLocks noChangeAspect="1"/>
                </p:cNvGrpSpPr>
                <p:nvPr/>
              </p:nvGrpSpPr>
              <p:grpSpPr>
                <a:xfrm>
                  <a:off x="2186" y="2470"/>
                  <a:ext cx="482" cy="478"/>
                  <a:chOff x="8304389" y="2157934"/>
                  <a:chExt cx="2017948" cy="2001327"/>
                </a:xfrm>
                <a:grpFill/>
              </p:grpSpPr>
              <p:sp>
                <p:nvSpPr>
                  <p:cNvPr id="1362" name="立方体 1361"/>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3" name="立方体 1362"/>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4" name="立方体 1363"/>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5" name="立方体 1364"/>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6" name="立方体 1365"/>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7" name="立方体 1366"/>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8" name="立方体 1367"/>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9" name="立方体 1368"/>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70" name="立方体 1369"/>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71" name="组合 1370"/>
                <p:cNvGrpSpPr>
                  <a:grpSpLocks noChangeAspect="1"/>
                </p:cNvGrpSpPr>
                <p:nvPr/>
              </p:nvGrpSpPr>
              <p:grpSpPr>
                <a:xfrm>
                  <a:off x="2638" y="2470"/>
                  <a:ext cx="482" cy="478"/>
                  <a:chOff x="8304389" y="2157934"/>
                  <a:chExt cx="2017948" cy="2001327"/>
                </a:xfrm>
                <a:grpFill/>
              </p:grpSpPr>
              <p:sp>
                <p:nvSpPr>
                  <p:cNvPr id="1372" name="立方体 1371"/>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3" name="立方体 1372"/>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4" name="立方体 1373"/>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5" name="立方体 1374"/>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6" name="立方体 1375"/>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7" name="立方体 1376"/>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8" name="立方体 1377"/>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9" name="立方体 1378"/>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80" name="立方体 1379"/>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381" name="组合 1380"/>
              <p:cNvGrpSpPr/>
              <p:nvPr/>
            </p:nvGrpSpPr>
            <p:grpSpPr>
              <a:xfrm>
                <a:off x="1199" y="3409"/>
                <a:ext cx="1854" cy="478"/>
                <a:chOff x="1266" y="2470"/>
                <a:chExt cx="1854" cy="478"/>
              </a:xfrm>
              <a:grpFill/>
            </p:grpSpPr>
            <p:grpSp>
              <p:nvGrpSpPr>
                <p:cNvPr id="1382" name="组合 1381"/>
                <p:cNvGrpSpPr>
                  <a:grpSpLocks noChangeAspect="1"/>
                </p:cNvGrpSpPr>
                <p:nvPr/>
              </p:nvGrpSpPr>
              <p:grpSpPr>
                <a:xfrm>
                  <a:off x="1266" y="2470"/>
                  <a:ext cx="482" cy="478"/>
                  <a:chOff x="8304389" y="2157934"/>
                  <a:chExt cx="2017948" cy="2001327"/>
                </a:xfrm>
                <a:grpFill/>
              </p:grpSpPr>
              <p:sp>
                <p:nvSpPr>
                  <p:cNvPr id="1383" name="立方体 1382"/>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4" name="立方体 1383"/>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5" name="立方体 1384"/>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6" name="立方体 1385"/>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7" name="立方体 1386"/>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8" name="立方体 1387"/>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9" name="立方体 1388"/>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0" name="立方体 1389"/>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391" name="立方体 1390"/>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392" name="组合 1391"/>
                <p:cNvGrpSpPr>
                  <a:grpSpLocks noChangeAspect="1"/>
                </p:cNvGrpSpPr>
                <p:nvPr/>
              </p:nvGrpSpPr>
              <p:grpSpPr>
                <a:xfrm>
                  <a:off x="1730" y="2470"/>
                  <a:ext cx="482" cy="478"/>
                  <a:chOff x="8304389" y="2157934"/>
                  <a:chExt cx="2017948" cy="2001327"/>
                </a:xfrm>
                <a:grpFill/>
              </p:grpSpPr>
              <p:sp>
                <p:nvSpPr>
                  <p:cNvPr id="1393" name="立方体 1392"/>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4" name="立方体 1393"/>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5" name="立方体 1394"/>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6" name="立方体 1395"/>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7" name="立方体 1396"/>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8" name="立方体 1397"/>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9" name="立方体 1398"/>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0" name="立方体 1399"/>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01" name="立方体 1400"/>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02" name="组合 1401"/>
                <p:cNvGrpSpPr>
                  <a:grpSpLocks noChangeAspect="1"/>
                </p:cNvGrpSpPr>
                <p:nvPr/>
              </p:nvGrpSpPr>
              <p:grpSpPr>
                <a:xfrm>
                  <a:off x="2186" y="2470"/>
                  <a:ext cx="482" cy="478"/>
                  <a:chOff x="8304389" y="2157934"/>
                  <a:chExt cx="2017948" cy="2001327"/>
                </a:xfrm>
                <a:grpFill/>
              </p:grpSpPr>
              <p:sp>
                <p:nvSpPr>
                  <p:cNvPr id="1403" name="立方体 1402"/>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4" name="立方体 1403"/>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5" name="立方体 1404"/>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6" name="立方体 1405"/>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7" name="立方体 1406"/>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8" name="立方体 1407"/>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9" name="立方体 1408"/>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0" name="立方体 1409"/>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11" name="立方体 1410"/>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12" name="组合 1411"/>
                <p:cNvGrpSpPr>
                  <a:grpSpLocks noChangeAspect="1"/>
                </p:cNvGrpSpPr>
                <p:nvPr/>
              </p:nvGrpSpPr>
              <p:grpSpPr>
                <a:xfrm>
                  <a:off x="2638" y="2470"/>
                  <a:ext cx="482" cy="478"/>
                  <a:chOff x="8304389" y="2157934"/>
                  <a:chExt cx="2017948" cy="2001327"/>
                </a:xfrm>
                <a:grpFill/>
              </p:grpSpPr>
              <p:sp>
                <p:nvSpPr>
                  <p:cNvPr id="1413" name="立方体 1412"/>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4" name="立方体 1413"/>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5" name="立方体 1414"/>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6" name="立方体 1415"/>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7" name="立方体 1416"/>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8" name="立方体 1417"/>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19" name="立方体 1418"/>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0" name="立方体 1419"/>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21" name="立方体 1420"/>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422" name="组合 1421"/>
            <p:cNvGrpSpPr/>
            <p:nvPr/>
          </p:nvGrpSpPr>
          <p:grpSpPr>
            <a:xfrm>
              <a:off x="1266" y="2897"/>
              <a:ext cx="1854" cy="478"/>
              <a:chOff x="1266" y="2470"/>
              <a:chExt cx="1854" cy="478"/>
            </a:xfrm>
            <a:grpFill/>
          </p:grpSpPr>
          <p:grpSp>
            <p:nvGrpSpPr>
              <p:cNvPr id="1423" name="组合 1422"/>
              <p:cNvGrpSpPr>
                <a:grpSpLocks noChangeAspect="1"/>
              </p:cNvGrpSpPr>
              <p:nvPr/>
            </p:nvGrpSpPr>
            <p:grpSpPr>
              <a:xfrm>
                <a:off x="1266" y="2470"/>
                <a:ext cx="482" cy="478"/>
                <a:chOff x="8304389" y="2157934"/>
                <a:chExt cx="2017948" cy="2001327"/>
              </a:xfrm>
              <a:grpFill/>
            </p:grpSpPr>
            <p:sp>
              <p:nvSpPr>
                <p:cNvPr id="1424" name="立方体 1423"/>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5" name="立方体 1424"/>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6" name="立方体 1425"/>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7" name="立方体 1426"/>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8" name="立方体 1427"/>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9" name="立方体 1428"/>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0" name="立方体 1429"/>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1" name="立方体 1430"/>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32" name="立方体 1431"/>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33" name="组合 1432"/>
              <p:cNvGrpSpPr>
                <a:grpSpLocks noChangeAspect="1"/>
              </p:cNvGrpSpPr>
              <p:nvPr/>
            </p:nvGrpSpPr>
            <p:grpSpPr>
              <a:xfrm>
                <a:off x="1730" y="2470"/>
                <a:ext cx="482" cy="478"/>
                <a:chOff x="8304389" y="2157934"/>
                <a:chExt cx="2017948" cy="2001327"/>
              </a:xfrm>
              <a:grpFill/>
            </p:grpSpPr>
            <p:sp>
              <p:nvSpPr>
                <p:cNvPr id="1434" name="立方体 1433"/>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5" name="立方体 1434"/>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6" name="立方体 1435"/>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7" name="立方体 1436"/>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8" name="立方体 1437"/>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9" name="立方体 1438"/>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40" name="立方体 1439"/>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41" name="立方体 1440"/>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42" name="立方体 1441"/>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43" name="组合 1442"/>
              <p:cNvGrpSpPr>
                <a:grpSpLocks noChangeAspect="1"/>
              </p:cNvGrpSpPr>
              <p:nvPr/>
            </p:nvGrpSpPr>
            <p:grpSpPr>
              <a:xfrm>
                <a:off x="2186" y="2470"/>
                <a:ext cx="482" cy="478"/>
                <a:chOff x="8304389" y="2157934"/>
                <a:chExt cx="2017948" cy="2001327"/>
              </a:xfrm>
              <a:grpFill/>
            </p:grpSpPr>
            <p:sp>
              <p:nvSpPr>
                <p:cNvPr id="1444" name="立方体 1443"/>
                <p:cNvSpPr>
                  <a:spLocks noChangeAspect="1"/>
                </p:cNvSpPr>
                <p:nvPr/>
              </p:nvSpPr>
              <p:spPr>
                <a:xfrm>
                  <a:off x="8320453" y="3338112"/>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45" name="立方体 1444"/>
                <p:cNvSpPr>
                  <a:spLocks noChangeAspect="1"/>
                </p:cNvSpPr>
                <p:nvPr/>
              </p:nvSpPr>
              <p:spPr>
                <a:xfrm>
                  <a:off x="8919821" y="3372128"/>
                  <a:ext cx="791270" cy="787133"/>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46" name="立方体 1445"/>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47" name="立方体 1446"/>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48" name="立方体 1447"/>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49" name="立方体 1448"/>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0" name="立方体 1449"/>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1" name="立方体 1450"/>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52" name="立方体 1451"/>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53" name="组合 1452"/>
              <p:cNvGrpSpPr>
                <a:grpSpLocks noChangeAspect="1"/>
              </p:cNvGrpSpPr>
              <p:nvPr/>
            </p:nvGrpSpPr>
            <p:grpSpPr>
              <a:xfrm>
                <a:off x="2638" y="2470"/>
                <a:ext cx="482" cy="478"/>
                <a:chOff x="8304389" y="2157934"/>
                <a:chExt cx="2017948" cy="2001327"/>
              </a:xfrm>
              <a:grpFill/>
            </p:grpSpPr>
            <p:sp>
              <p:nvSpPr>
                <p:cNvPr id="1454" name="立方体 1453"/>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5" name="立方体 1454"/>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6" name="立方体 1455"/>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7" name="立方体 1456"/>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8" name="立方体 1457"/>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59" name="立方体 1458"/>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60" name="立方体 1459"/>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61" name="立方体 1460"/>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62" name="立方体 1461"/>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463" name="组合 1462"/>
            <p:cNvGrpSpPr/>
            <p:nvPr/>
          </p:nvGrpSpPr>
          <p:grpSpPr>
            <a:xfrm>
              <a:off x="1266" y="2470"/>
              <a:ext cx="1854" cy="478"/>
              <a:chOff x="1266" y="2470"/>
              <a:chExt cx="1854" cy="478"/>
            </a:xfrm>
            <a:grpFill/>
          </p:grpSpPr>
          <p:grpSp>
            <p:nvGrpSpPr>
              <p:cNvPr id="1464" name="组合 1463"/>
              <p:cNvGrpSpPr>
                <a:grpSpLocks noChangeAspect="1"/>
              </p:cNvGrpSpPr>
              <p:nvPr/>
            </p:nvGrpSpPr>
            <p:grpSpPr>
              <a:xfrm>
                <a:off x="1266" y="2470"/>
                <a:ext cx="482" cy="478"/>
                <a:chOff x="8304389" y="2157934"/>
                <a:chExt cx="2017948" cy="2001327"/>
              </a:xfrm>
              <a:grpFill/>
            </p:grpSpPr>
            <p:sp>
              <p:nvSpPr>
                <p:cNvPr id="1465" name="立方体 1464"/>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66" name="立方体 1465"/>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67" name="立方体 1466"/>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68" name="立方体 1467"/>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69" name="立方体 1468"/>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0" name="立方体 1469"/>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1" name="立方体 1470"/>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2" name="立方体 1471"/>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73" name="立方体 1472"/>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74" name="组合 1473"/>
              <p:cNvGrpSpPr>
                <a:grpSpLocks noChangeAspect="1"/>
              </p:cNvGrpSpPr>
              <p:nvPr/>
            </p:nvGrpSpPr>
            <p:grpSpPr>
              <a:xfrm>
                <a:off x="1730" y="2470"/>
                <a:ext cx="482" cy="478"/>
                <a:chOff x="8304389" y="2157934"/>
                <a:chExt cx="2017948" cy="2001327"/>
              </a:xfrm>
              <a:grpFill/>
            </p:grpSpPr>
            <p:sp>
              <p:nvSpPr>
                <p:cNvPr id="1475" name="立方体 1474"/>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6" name="立方体 1475"/>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7" name="立方体 1476"/>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8" name="立方体 1477"/>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79" name="立方体 1478"/>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0" name="立方体 1479"/>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1" name="立方体 1480"/>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2" name="立方体 1481"/>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83" name="立方体 1482"/>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84" name="组合 1483"/>
              <p:cNvGrpSpPr>
                <a:grpSpLocks noChangeAspect="1"/>
              </p:cNvGrpSpPr>
              <p:nvPr/>
            </p:nvGrpSpPr>
            <p:grpSpPr>
              <a:xfrm>
                <a:off x="2186" y="2470"/>
                <a:ext cx="482" cy="478"/>
                <a:chOff x="8304389" y="2157934"/>
                <a:chExt cx="2017948" cy="2001327"/>
              </a:xfrm>
              <a:grpFill/>
            </p:grpSpPr>
            <p:sp>
              <p:nvSpPr>
                <p:cNvPr id="1485" name="立方体 1484"/>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6" name="立方体 1485"/>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7" name="立方体 1486"/>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8" name="立方体 1487"/>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89" name="立方体 1488"/>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90" name="立方体 1489"/>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91" name="立方体 1490"/>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92" name="立方体 1491"/>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493" name="立方体 1492"/>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494" name="组合 1493"/>
              <p:cNvGrpSpPr>
                <a:grpSpLocks noChangeAspect="1"/>
              </p:cNvGrpSpPr>
              <p:nvPr/>
            </p:nvGrpSpPr>
            <p:grpSpPr>
              <a:xfrm>
                <a:off x="2638" y="2470"/>
                <a:ext cx="482" cy="478"/>
                <a:chOff x="8304389" y="2157934"/>
                <a:chExt cx="2017948" cy="2001327"/>
              </a:xfrm>
              <a:grpFill/>
            </p:grpSpPr>
            <p:sp>
              <p:nvSpPr>
                <p:cNvPr id="1495" name="立方体 1494"/>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96" name="立方体 1495"/>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97" name="立方体 1496"/>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98" name="立方体 1497"/>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99" name="立方体 1498"/>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00" name="立方体 1499"/>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01" name="立方体 1500"/>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02" name="立方体 1501"/>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03" name="立方体 1502"/>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504" name="组合 1503"/>
          <p:cNvGrpSpPr/>
          <p:nvPr/>
        </p:nvGrpSpPr>
        <p:grpSpPr>
          <a:xfrm rot="0">
            <a:off x="3204210" y="2289175"/>
            <a:ext cx="1065530" cy="990600"/>
            <a:chOff x="1262" y="2470"/>
            <a:chExt cx="1858" cy="1781"/>
          </a:xfrm>
          <a:solidFill>
            <a:schemeClr val="bg1">
              <a:lumMod val="95000"/>
            </a:schemeClr>
          </a:solidFill>
        </p:grpSpPr>
        <p:grpSp>
          <p:nvGrpSpPr>
            <p:cNvPr id="1505" name="组合 1504"/>
            <p:cNvGrpSpPr/>
            <p:nvPr/>
          </p:nvGrpSpPr>
          <p:grpSpPr>
            <a:xfrm>
              <a:off x="1262" y="3346"/>
              <a:ext cx="1854" cy="905"/>
              <a:chOff x="1199" y="3409"/>
              <a:chExt cx="1854" cy="905"/>
            </a:xfrm>
            <a:grpFill/>
          </p:grpSpPr>
          <p:grpSp>
            <p:nvGrpSpPr>
              <p:cNvPr id="1506" name="组合 1505"/>
              <p:cNvGrpSpPr/>
              <p:nvPr/>
            </p:nvGrpSpPr>
            <p:grpSpPr>
              <a:xfrm>
                <a:off x="1199" y="3836"/>
                <a:ext cx="1854" cy="478"/>
                <a:chOff x="1266" y="2470"/>
                <a:chExt cx="1854" cy="478"/>
              </a:xfrm>
              <a:grpFill/>
            </p:grpSpPr>
            <p:grpSp>
              <p:nvGrpSpPr>
                <p:cNvPr id="1507" name="组合 1506"/>
                <p:cNvGrpSpPr>
                  <a:grpSpLocks noChangeAspect="1"/>
                </p:cNvGrpSpPr>
                <p:nvPr/>
              </p:nvGrpSpPr>
              <p:grpSpPr>
                <a:xfrm>
                  <a:off x="1266" y="2470"/>
                  <a:ext cx="482" cy="478"/>
                  <a:chOff x="8304389" y="2157934"/>
                  <a:chExt cx="2017948" cy="2001327"/>
                </a:xfrm>
                <a:grpFill/>
              </p:grpSpPr>
              <p:sp>
                <p:nvSpPr>
                  <p:cNvPr id="1508" name="立方体 1507"/>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09" name="立方体 1508"/>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0" name="立方体 1509"/>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1" name="立方体 1510"/>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2" name="立方体 1511"/>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3" name="立方体 1512"/>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4" name="立方体 1513"/>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5" name="立方体 1514"/>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16" name="立方体 1515"/>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517" name="组合 1516"/>
                <p:cNvGrpSpPr>
                  <a:grpSpLocks noChangeAspect="1"/>
                </p:cNvGrpSpPr>
                <p:nvPr/>
              </p:nvGrpSpPr>
              <p:grpSpPr>
                <a:xfrm>
                  <a:off x="1730" y="2470"/>
                  <a:ext cx="482" cy="478"/>
                  <a:chOff x="8304389" y="2157934"/>
                  <a:chExt cx="2017948" cy="2001327"/>
                </a:xfrm>
                <a:grpFill/>
              </p:grpSpPr>
              <p:sp>
                <p:nvSpPr>
                  <p:cNvPr id="1518" name="立方体 1517"/>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19" name="立方体 1518"/>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20" name="立方体 1519"/>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21" name="立方体 1520"/>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22" name="立方体 1521"/>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23" name="立方体 1522"/>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24" name="立方体 1523"/>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25" name="立方体 1524"/>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26" name="立方体 1525"/>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527" name="组合 1526"/>
                <p:cNvGrpSpPr>
                  <a:grpSpLocks noChangeAspect="1"/>
                </p:cNvGrpSpPr>
                <p:nvPr/>
              </p:nvGrpSpPr>
              <p:grpSpPr>
                <a:xfrm>
                  <a:off x="2186" y="2470"/>
                  <a:ext cx="482" cy="478"/>
                  <a:chOff x="8304389" y="2157934"/>
                  <a:chExt cx="2017948" cy="2001327"/>
                </a:xfrm>
                <a:grpFill/>
              </p:grpSpPr>
              <p:sp>
                <p:nvSpPr>
                  <p:cNvPr id="1528" name="立方体 1527"/>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29" name="立方体 1528"/>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0" name="立方体 1529"/>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1" name="立方体 1530"/>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2" name="立方体 1531"/>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3" name="立方体 1532"/>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4" name="立方体 1533"/>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5" name="立方体 1534"/>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36" name="立方体 1535"/>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537" name="组合 1536"/>
                <p:cNvGrpSpPr>
                  <a:grpSpLocks noChangeAspect="1"/>
                </p:cNvGrpSpPr>
                <p:nvPr/>
              </p:nvGrpSpPr>
              <p:grpSpPr>
                <a:xfrm>
                  <a:off x="2638" y="2470"/>
                  <a:ext cx="482" cy="478"/>
                  <a:chOff x="8304389" y="2157934"/>
                  <a:chExt cx="2017948" cy="2001327"/>
                </a:xfrm>
                <a:grpFill/>
              </p:grpSpPr>
              <p:sp>
                <p:nvSpPr>
                  <p:cNvPr id="1538" name="立方体 1537"/>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39" name="立方体 1538"/>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40" name="立方体 1539"/>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41" name="立方体 1540"/>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42" name="立方体 1541"/>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43" name="立方体 1542"/>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44" name="立方体 1543"/>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45" name="立方体 1544"/>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46" name="立方体 1545"/>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547" name="组合 1546"/>
              <p:cNvGrpSpPr/>
              <p:nvPr/>
            </p:nvGrpSpPr>
            <p:grpSpPr>
              <a:xfrm>
                <a:off x="1199" y="3409"/>
                <a:ext cx="1854" cy="478"/>
                <a:chOff x="1266" y="2470"/>
                <a:chExt cx="1854" cy="478"/>
              </a:xfrm>
              <a:grpFill/>
            </p:grpSpPr>
            <p:grpSp>
              <p:nvGrpSpPr>
                <p:cNvPr id="1548" name="组合 1547"/>
                <p:cNvGrpSpPr>
                  <a:grpSpLocks noChangeAspect="1"/>
                </p:cNvGrpSpPr>
                <p:nvPr/>
              </p:nvGrpSpPr>
              <p:grpSpPr>
                <a:xfrm>
                  <a:off x="1266" y="2470"/>
                  <a:ext cx="482" cy="478"/>
                  <a:chOff x="8304389" y="2157934"/>
                  <a:chExt cx="2017948" cy="2001327"/>
                </a:xfrm>
                <a:grpFill/>
              </p:grpSpPr>
              <p:sp>
                <p:nvSpPr>
                  <p:cNvPr id="1549" name="立方体 1548"/>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50" name="立方体 1549"/>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51" name="立方体 1550"/>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52" name="立方体 1551"/>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53" name="立方体 1552"/>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54" name="立方体 1553"/>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55" name="立方体 1554"/>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56" name="立方体 1555"/>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57" name="立方体 1556"/>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558" name="组合 1557"/>
                <p:cNvGrpSpPr>
                  <a:grpSpLocks noChangeAspect="1"/>
                </p:cNvGrpSpPr>
                <p:nvPr/>
              </p:nvGrpSpPr>
              <p:grpSpPr>
                <a:xfrm>
                  <a:off x="1730" y="2470"/>
                  <a:ext cx="482" cy="478"/>
                  <a:chOff x="8304389" y="2157934"/>
                  <a:chExt cx="2017948" cy="2001327"/>
                </a:xfrm>
                <a:grpFill/>
              </p:grpSpPr>
              <p:sp>
                <p:nvSpPr>
                  <p:cNvPr id="1559" name="立方体 1558"/>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0" name="立方体 1559"/>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1" name="立方体 1560"/>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2" name="立方体 1561"/>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3" name="立方体 1562"/>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4" name="立方体 1563"/>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5" name="立方体 1564"/>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66" name="立方体 1565"/>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67" name="立方体 1566"/>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568" name="组合 1567"/>
                <p:cNvGrpSpPr>
                  <a:grpSpLocks noChangeAspect="1"/>
                </p:cNvGrpSpPr>
                <p:nvPr/>
              </p:nvGrpSpPr>
              <p:grpSpPr>
                <a:xfrm>
                  <a:off x="2186" y="2470"/>
                  <a:ext cx="482" cy="478"/>
                  <a:chOff x="8304389" y="2157934"/>
                  <a:chExt cx="2017948" cy="2001327"/>
                </a:xfrm>
                <a:grpFill/>
              </p:grpSpPr>
              <p:sp>
                <p:nvSpPr>
                  <p:cNvPr id="1569" name="立方体 1568"/>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70" name="立方体 1569"/>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71" name="立方体 1570"/>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72" name="立方体 1571"/>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73" name="立方体 1572"/>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74" name="立方体 1573"/>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75" name="立方体 1574"/>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76" name="立方体 1575"/>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77" name="立方体 1576"/>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578" name="组合 1577"/>
                <p:cNvGrpSpPr>
                  <a:grpSpLocks noChangeAspect="1"/>
                </p:cNvGrpSpPr>
                <p:nvPr/>
              </p:nvGrpSpPr>
              <p:grpSpPr>
                <a:xfrm>
                  <a:off x="2638" y="2470"/>
                  <a:ext cx="482" cy="478"/>
                  <a:chOff x="8304389" y="2157934"/>
                  <a:chExt cx="2017948" cy="2001327"/>
                </a:xfrm>
                <a:grpFill/>
              </p:grpSpPr>
              <p:sp>
                <p:nvSpPr>
                  <p:cNvPr id="1579" name="立方体 1578"/>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80" name="立方体 1579"/>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81" name="立方体 1580"/>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82" name="立方体 1581"/>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83" name="立方体 1582"/>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84" name="立方体 1583"/>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85" name="立方体 1584"/>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86" name="立方体 1585"/>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87" name="立方体 1586"/>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588" name="组合 1587"/>
            <p:cNvGrpSpPr/>
            <p:nvPr/>
          </p:nvGrpSpPr>
          <p:grpSpPr>
            <a:xfrm>
              <a:off x="1266" y="2897"/>
              <a:ext cx="1854" cy="478"/>
              <a:chOff x="1266" y="2470"/>
              <a:chExt cx="1854" cy="478"/>
            </a:xfrm>
            <a:grpFill/>
          </p:grpSpPr>
          <p:grpSp>
            <p:nvGrpSpPr>
              <p:cNvPr id="1589" name="组合 1588"/>
              <p:cNvGrpSpPr>
                <a:grpSpLocks noChangeAspect="1"/>
              </p:cNvGrpSpPr>
              <p:nvPr/>
            </p:nvGrpSpPr>
            <p:grpSpPr>
              <a:xfrm>
                <a:off x="1266" y="2470"/>
                <a:ext cx="482" cy="478"/>
                <a:chOff x="8304389" y="2157934"/>
                <a:chExt cx="2017948" cy="2001327"/>
              </a:xfrm>
              <a:grpFill/>
            </p:grpSpPr>
            <p:sp>
              <p:nvSpPr>
                <p:cNvPr id="1590" name="立方体 1589"/>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91" name="立方体 1590"/>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92" name="立方体 1591"/>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93" name="立方体 1592"/>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94" name="立方体 1593"/>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95" name="立方体 1594"/>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96" name="立方体 1595"/>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97" name="立方体 1596"/>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598" name="立方体 1597"/>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599" name="组合 1598"/>
              <p:cNvGrpSpPr>
                <a:grpSpLocks noChangeAspect="1"/>
              </p:cNvGrpSpPr>
              <p:nvPr/>
            </p:nvGrpSpPr>
            <p:grpSpPr>
              <a:xfrm>
                <a:off x="1730" y="2470"/>
                <a:ext cx="482" cy="478"/>
                <a:chOff x="8304389" y="2157934"/>
                <a:chExt cx="2017948" cy="2001327"/>
              </a:xfrm>
              <a:grpFill/>
            </p:grpSpPr>
            <p:sp>
              <p:nvSpPr>
                <p:cNvPr id="1600" name="立方体 1599"/>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01" name="立方体 1600"/>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02" name="立方体 1601"/>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03" name="立方体 1602"/>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04" name="立方体 1603"/>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05" name="立方体 1604"/>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06" name="立方体 1605"/>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07" name="立方体 1606"/>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08" name="立方体 1607"/>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09" name="组合 1608"/>
              <p:cNvGrpSpPr>
                <a:grpSpLocks noChangeAspect="1"/>
              </p:cNvGrpSpPr>
              <p:nvPr/>
            </p:nvGrpSpPr>
            <p:grpSpPr>
              <a:xfrm>
                <a:off x="2186" y="2470"/>
                <a:ext cx="482" cy="478"/>
                <a:chOff x="8304389" y="2157934"/>
                <a:chExt cx="2017948" cy="2001327"/>
              </a:xfrm>
              <a:grpFill/>
            </p:grpSpPr>
            <p:sp>
              <p:nvSpPr>
                <p:cNvPr id="1610" name="立方体 1609"/>
                <p:cNvSpPr>
                  <a:spLocks noChangeAspect="1"/>
                </p:cNvSpPr>
                <p:nvPr/>
              </p:nvSpPr>
              <p:spPr>
                <a:xfrm>
                  <a:off x="8320453" y="3338112"/>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1" name="立方体 1610"/>
                <p:cNvSpPr>
                  <a:spLocks noChangeAspect="1"/>
                </p:cNvSpPr>
                <p:nvPr/>
              </p:nvSpPr>
              <p:spPr>
                <a:xfrm>
                  <a:off x="8919821" y="3372128"/>
                  <a:ext cx="791270" cy="787133"/>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2" name="立方体 1611"/>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3" name="立方体 1612"/>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4" name="立方体 1613"/>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5" name="立方体 1614"/>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6" name="立方体 1615"/>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17" name="立方体 1616"/>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18" name="立方体 1617"/>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19" name="组合 1618"/>
              <p:cNvGrpSpPr>
                <a:grpSpLocks noChangeAspect="1"/>
              </p:cNvGrpSpPr>
              <p:nvPr/>
            </p:nvGrpSpPr>
            <p:grpSpPr>
              <a:xfrm>
                <a:off x="2638" y="2470"/>
                <a:ext cx="482" cy="478"/>
                <a:chOff x="8304389" y="2157934"/>
                <a:chExt cx="2017948" cy="2001327"/>
              </a:xfrm>
              <a:grpFill/>
            </p:grpSpPr>
            <p:sp>
              <p:nvSpPr>
                <p:cNvPr id="1620" name="立方体 1619"/>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21" name="立方体 1620"/>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22" name="立方体 1621"/>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23" name="立方体 1622"/>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24" name="立方体 1623"/>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25" name="立方体 1624"/>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26" name="立方体 1625"/>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27" name="立方体 1626"/>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28" name="立方体 1627"/>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629" name="组合 1628"/>
            <p:cNvGrpSpPr/>
            <p:nvPr/>
          </p:nvGrpSpPr>
          <p:grpSpPr>
            <a:xfrm>
              <a:off x="1266" y="2470"/>
              <a:ext cx="1854" cy="478"/>
              <a:chOff x="1266" y="2470"/>
              <a:chExt cx="1854" cy="478"/>
            </a:xfrm>
            <a:grpFill/>
          </p:grpSpPr>
          <p:grpSp>
            <p:nvGrpSpPr>
              <p:cNvPr id="1630" name="组合 1629"/>
              <p:cNvGrpSpPr>
                <a:grpSpLocks noChangeAspect="1"/>
              </p:cNvGrpSpPr>
              <p:nvPr/>
            </p:nvGrpSpPr>
            <p:grpSpPr>
              <a:xfrm>
                <a:off x="1266" y="2470"/>
                <a:ext cx="482" cy="478"/>
                <a:chOff x="8304389" y="2157934"/>
                <a:chExt cx="2017948" cy="2001327"/>
              </a:xfrm>
              <a:grpFill/>
            </p:grpSpPr>
            <p:sp>
              <p:nvSpPr>
                <p:cNvPr id="1631" name="立方体 1630"/>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32" name="立方体 1631"/>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33" name="立方体 1632"/>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34" name="立方体 1633"/>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35" name="立方体 1634"/>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36" name="立方体 1635"/>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37" name="立方体 1636"/>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38" name="立方体 1637"/>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39" name="立方体 1638"/>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40" name="组合 1639"/>
              <p:cNvGrpSpPr>
                <a:grpSpLocks noChangeAspect="1"/>
              </p:cNvGrpSpPr>
              <p:nvPr/>
            </p:nvGrpSpPr>
            <p:grpSpPr>
              <a:xfrm>
                <a:off x="1730" y="2470"/>
                <a:ext cx="482" cy="478"/>
                <a:chOff x="8304389" y="2157934"/>
                <a:chExt cx="2017948" cy="2001327"/>
              </a:xfrm>
              <a:grpFill/>
            </p:grpSpPr>
            <p:sp>
              <p:nvSpPr>
                <p:cNvPr id="1641" name="立方体 1640"/>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42" name="立方体 1641"/>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43" name="立方体 1642"/>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44" name="立方体 1643"/>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45" name="立方体 1644"/>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46" name="立方体 1645"/>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47" name="立方体 1646"/>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48" name="立方体 1647"/>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49" name="立方体 1648"/>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50" name="组合 1649"/>
              <p:cNvGrpSpPr>
                <a:grpSpLocks noChangeAspect="1"/>
              </p:cNvGrpSpPr>
              <p:nvPr/>
            </p:nvGrpSpPr>
            <p:grpSpPr>
              <a:xfrm>
                <a:off x="2186" y="2470"/>
                <a:ext cx="482" cy="478"/>
                <a:chOff x="8304389" y="2157934"/>
                <a:chExt cx="2017948" cy="2001327"/>
              </a:xfrm>
              <a:grpFill/>
            </p:grpSpPr>
            <p:sp>
              <p:nvSpPr>
                <p:cNvPr id="1651" name="立方体 1650"/>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2" name="立方体 1651"/>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3" name="立方体 1652"/>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4" name="立方体 1653"/>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5" name="立方体 1654"/>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6" name="立方体 1655"/>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7" name="立方体 1656"/>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58" name="立方体 1657"/>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59" name="立方体 1658"/>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60" name="组合 1659"/>
              <p:cNvGrpSpPr>
                <a:grpSpLocks noChangeAspect="1"/>
              </p:cNvGrpSpPr>
              <p:nvPr/>
            </p:nvGrpSpPr>
            <p:grpSpPr>
              <a:xfrm>
                <a:off x="2638" y="2470"/>
                <a:ext cx="482" cy="478"/>
                <a:chOff x="8304389" y="2157934"/>
                <a:chExt cx="2017948" cy="2001327"/>
              </a:xfrm>
              <a:grpFill/>
            </p:grpSpPr>
            <p:sp>
              <p:nvSpPr>
                <p:cNvPr id="1661" name="立方体 1660"/>
                <p:cNvSpPr>
                  <a:spLocks noChangeAspect="1"/>
                </p:cNvSpPr>
                <p:nvPr/>
              </p:nvSpPr>
              <p:spPr>
                <a:xfrm>
                  <a:off x="8304389" y="3370859"/>
                  <a:ext cx="789379" cy="788402"/>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62" name="立方体 1661"/>
                <p:cNvSpPr>
                  <a:spLocks noChangeAspect="1"/>
                </p:cNvSpPr>
                <p:nvPr/>
              </p:nvSpPr>
              <p:spPr>
                <a:xfrm>
                  <a:off x="8918674"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63" name="立方体 1662"/>
                <p:cNvSpPr>
                  <a:spLocks noChangeAspect="1"/>
                </p:cNvSpPr>
                <p:nvPr/>
              </p:nvSpPr>
              <p:spPr>
                <a:xfrm>
                  <a:off x="9532958" y="3370857"/>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64" name="立方体 1663"/>
                <p:cNvSpPr>
                  <a:spLocks noChangeAspect="1"/>
                </p:cNvSpPr>
                <p:nvPr/>
              </p:nvSpPr>
              <p:spPr>
                <a:xfrm>
                  <a:off x="8304389"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65" name="立方体 1664"/>
                <p:cNvSpPr>
                  <a:spLocks noChangeAspect="1"/>
                </p:cNvSpPr>
                <p:nvPr/>
              </p:nvSpPr>
              <p:spPr>
                <a:xfrm>
                  <a:off x="8918674"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66" name="立方体 1665"/>
                <p:cNvSpPr>
                  <a:spLocks noChangeAspect="1"/>
                </p:cNvSpPr>
                <p:nvPr/>
              </p:nvSpPr>
              <p:spPr>
                <a:xfrm>
                  <a:off x="9532958" y="2764396"/>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67" name="立方体 1666"/>
                <p:cNvSpPr>
                  <a:spLocks noChangeAspect="1"/>
                </p:cNvSpPr>
                <p:nvPr/>
              </p:nvSpPr>
              <p:spPr>
                <a:xfrm>
                  <a:off x="8304389"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68" name="立方体 1667"/>
                <p:cNvSpPr>
                  <a:spLocks noChangeAspect="1"/>
                </p:cNvSpPr>
                <p:nvPr/>
              </p:nvSpPr>
              <p:spPr>
                <a:xfrm>
                  <a:off x="8918674"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69" name="立方体 1668"/>
                <p:cNvSpPr>
                  <a:spLocks noChangeAspect="1"/>
                </p:cNvSpPr>
                <p:nvPr/>
              </p:nvSpPr>
              <p:spPr>
                <a:xfrm>
                  <a:off x="9532958" y="2157934"/>
                  <a:ext cx="789379" cy="788400"/>
                </a:xfrm>
                <a:prstGeom prst="cube">
                  <a:avLst>
                    <a:gd name="adj" fmla="val 22457"/>
                  </a:avLst>
                </a:prstGeom>
                <a:grpFill/>
                <a:ln w="6350">
                  <a:solidFill>
                    <a:schemeClr val="accent4">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670" name="组合 1669"/>
          <p:cNvGrpSpPr/>
          <p:nvPr/>
        </p:nvGrpSpPr>
        <p:grpSpPr>
          <a:xfrm rot="0">
            <a:off x="1611630" y="2813685"/>
            <a:ext cx="970915" cy="989330"/>
            <a:chOff x="1262" y="2470"/>
            <a:chExt cx="1858" cy="1781"/>
          </a:xfrm>
          <a:solidFill>
            <a:schemeClr val="accent1">
              <a:lumMod val="40000"/>
              <a:lumOff val="60000"/>
            </a:schemeClr>
          </a:solidFill>
        </p:grpSpPr>
        <p:grpSp>
          <p:nvGrpSpPr>
            <p:cNvPr id="1671" name="组合 1670"/>
            <p:cNvGrpSpPr/>
            <p:nvPr/>
          </p:nvGrpSpPr>
          <p:grpSpPr>
            <a:xfrm>
              <a:off x="1262" y="3346"/>
              <a:ext cx="1854" cy="905"/>
              <a:chOff x="1199" y="3409"/>
              <a:chExt cx="1854" cy="905"/>
            </a:xfrm>
            <a:grpFill/>
          </p:grpSpPr>
          <p:grpSp>
            <p:nvGrpSpPr>
              <p:cNvPr id="1672" name="组合 1671"/>
              <p:cNvGrpSpPr/>
              <p:nvPr/>
            </p:nvGrpSpPr>
            <p:grpSpPr>
              <a:xfrm>
                <a:off x="1199" y="3836"/>
                <a:ext cx="1854" cy="478"/>
                <a:chOff x="1266" y="2470"/>
                <a:chExt cx="1854" cy="478"/>
              </a:xfrm>
              <a:grpFill/>
            </p:grpSpPr>
            <p:grpSp>
              <p:nvGrpSpPr>
                <p:cNvPr id="1673" name="组合 1672"/>
                <p:cNvGrpSpPr>
                  <a:grpSpLocks noChangeAspect="1"/>
                </p:cNvGrpSpPr>
                <p:nvPr/>
              </p:nvGrpSpPr>
              <p:grpSpPr>
                <a:xfrm>
                  <a:off x="1266" y="2470"/>
                  <a:ext cx="482" cy="478"/>
                  <a:chOff x="8304389" y="2157934"/>
                  <a:chExt cx="2017948" cy="2001327"/>
                </a:xfrm>
                <a:grpFill/>
              </p:grpSpPr>
              <p:sp>
                <p:nvSpPr>
                  <p:cNvPr id="1674" name="立方体 1673"/>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75" name="立方体 1674"/>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76" name="立方体 1675"/>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77" name="立方体 1676"/>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78" name="立方体 1677"/>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79" name="立方体 1678"/>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80" name="立方体 1679"/>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81" name="立方体 1680"/>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82" name="立方体 1681"/>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83" name="组合 1682"/>
                <p:cNvGrpSpPr>
                  <a:grpSpLocks noChangeAspect="1"/>
                </p:cNvGrpSpPr>
                <p:nvPr/>
              </p:nvGrpSpPr>
              <p:grpSpPr>
                <a:xfrm>
                  <a:off x="1730" y="2470"/>
                  <a:ext cx="482" cy="478"/>
                  <a:chOff x="8304389" y="2157934"/>
                  <a:chExt cx="2017948" cy="2001327"/>
                </a:xfrm>
                <a:grpFill/>
              </p:grpSpPr>
              <p:sp>
                <p:nvSpPr>
                  <p:cNvPr id="1684" name="立方体 1683"/>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85" name="立方体 1684"/>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86" name="立方体 1685"/>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87" name="立方体 1686"/>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88" name="立方体 1687"/>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89" name="立方体 1688"/>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90" name="立方体 1689"/>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91" name="立方体 1690"/>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92" name="立方体 1691"/>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693" name="组合 1692"/>
                <p:cNvGrpSpPr>
                  <a:grpSpLocks noChangeAspect="1"/>
                </p:cNvGrpSpPr>
                <p:nvPr/>
              </p:nvGrpSpPr>
              <p:grpSpPr>
                <a:xfrm>
                  <a:off x="2186" y="2470"/>
                  <a:ext cx="482" cy="478"/>
                  <a:chOff x="8304389" y="2157934"/>
                  <a:chExt cx="2017948" cy="2001327"/>
                </a:xfrm>
                <a:grpFill/>
              </p:grpSpPr>
              <p:sp>
                <p:nvSpPr>
                  <p:cNvPr id="1694" name="立方体 1693"/>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95" name="立方体 1694"/>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96" name="立方体 1695"/>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97" name="立方体 1696"/>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98" name="立方体 1697"/>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99" name="立方体 1698"/>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00" name="立方体 1699"/>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01" name="立方体 1700"/>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02" name="立方体 1701"/>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03" name="组合 1702"/>
                <p:cNvGrpSpPr>
                  <a:grpSpLocks noChangeAspect="1"/>
                </p:cNvGrpSpPr>
                <p:nvPr/>
              </p:nvGrpSpPr>
              <p:grpSpPr>
                <a:xfrm>
                  <a:off x="2638" y="2470"/>
                  <a:ext cx="482" cy="478"/>
                  <a:chOff x="8304389" y="2157934"/>
                  <a:chExt cx="2017948" cy="2001327"/>
                </a:xfrm>
                <a:grpFill/>
              </p:grpSpPr>
              <p:sp>
                <p:nvSpPr>
                  <p:cNvPr id="1704" name="立方体 1703"/>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05" name="立方体 1704"/>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06" name="立方体 1705"/>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07" name="立方体 1706"/>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08" name="立方体 1707"/>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09" name="立方体 1708"/>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10" name="立方体 1709"/>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11" name="立方体 1710"/>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12" name="立方体 1711"/>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713" name="组合 1712"/>
              <p:cNvGrpSpPr/>
              <p:nvPr/>
            </p:nvGrpSpPr>
            <p:grpSpPr>
              <a:xfrm>
                <a:off x="1199" y="3409"/>
                <a:ext cx="1854" cy="478"/>
                <a:chOff x="1266" y="2470"/>
                <a:chExt cx="1854" cy="478"/>
              </a:xfrm>
              <a:grpFill/>
            </p:grpSpPr>
            <p:grpSp>
              <p:nvGrpSpPr>
                <p:cNvPr id="1714" name="组合 1713"/>
                <p:cNvGrpSpPr>
                  <a:grpSpLocks noChangeAspect="1"/>
                </p:cNvGrpSpPr>
                <p:nvPr/>
              </p:nvGrpSpPr>
              <p:grpSpPr>
                <a:xfrm>
                  <a:off x="1266" y="2470"/>
                  <a:ext cx="482" cy="478"/>
                  <a:chOff x="8304389" y="2157934"/>
                  <a:chExt cx="2017948" cy="2001327"/>
                </a:xfrm>
                <a:grpFill/>
              </p:grpSpPr>
              <p:sp>
                <p:nvSpPr>
                  <p:cNvPr id="1715" name="立方体 1714"/>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16" name="立方体 1715"/>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17" name="立方体 1716"/>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18" name="立方体 1717"/>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19" name="立方体 1718"/>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20" name="立方体 1719"/>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21" name="立方体 1720"/>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22" name="立方体 1721"/>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23" name="立方体 1722"/>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24" name="组合 1723"/>
                <p:cNvGrpSpPr>
                  <a:grpSpLocks noChangeAspect="1"/>
                </p:cNvGrpSpPr>
                <p:nvPr/>
              </p:nvGrpSpPr>
              <p:grpSpPr>
                <a:xfrm>
                  <a:off x="1730" y="2470"/>
                  <a:ext cx="482" cy="478"/>
                  <a:chOff x="8304389" y="2157934"/>
                  <a:chExt cx="2017948" cy="2001327"/>
                </a:xfrm>
                <a:grpFill/>
              </p:grpSpPr>
              <p:sp>
                <p:nvSpPr>
                  <p:cNvPr id="1725" name="立方体 1724"/>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26" name="立方体 1725"/>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27" name="立方体 1726"/>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28" name="立方体 1727"/>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29" name="立方体 1728"/>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0" name="立方体 1729"/>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1" name="立方体 1730"/>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2" name="立方体 1731"/>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33" name="立方体 1732"/>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34" name="组合 1733"/>
                <p:cNvGrpSpPr>
                  <a:grpSpLocks noChangeAspect="1"/>
                </p:cNvGrpSpPr>
                <p:nvPr/>
              </p:nvGrpSpPr>
              <p:grpSpPr>
                <a:xfrm>
                  <a:off x="2186" y="2470"/>
                  <a:ext cx="482" cy="478"/>
                  <a:chOff x="8304389" y="2157934"/>
                  <a:chExt cx="2017948" cy="2001327"/>
                </a:xfrm>
                <a:grpFill/>
              </p:grpSpPr>
              <p:sp>
                <p:nvSpPr>
                  <p:cNvPr id="1735" name="立方体 1734"/>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6" name="立方体 1735"/>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7" name="立方体 1736"/>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8" name="立方体 1737"/>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39" name="立方体 1738"/>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40" name="立方体 1739"/>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41" name="立方体 1740"/>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42" name="立方体 1741"/>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43" name="立方体 1742"/>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44" name="组合 1743"/>
                <p:cNvGrpSpPr>
                  <a:grpSpLocks noChangeAspect="1"/>
                </p:cNvGrpSpPr>
                <p:nvPr/>
              </p:nvGrpSpPr>
              <p:grpSpPr>
                <a:xfrm>
                  <a:off x="2638" y="2470"/>
                  <a:ext cx="482" cy="478"/>
                  <a:chOff x="8304389" y="2157934"/>
                  <a:chExt cx="2017948" cy="2001327"/>
                </a:xfrm>
                <a:grpFill/>
              </p:grpSpPr>
              <p:sp>
                <p:nvSpPr>
                  <p:cNvPr id="1745" name="立方体 1744"/>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46" name="立方体 1745"/>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47" name="立方体 1746"/>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48" name="立方体 1747"/>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49" name="立方体 1748"/>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50" name="立方体 1749"/>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51" name="立方体 1750"/>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52" name="立方体 1751"/>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53" name="立方体 1752"/>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754" name="组合 1753"/>
            <p:cNvGrpSpPr/>
            <p:nvPr/>
          </p:nvGrpSpPr>
          <p:grpSpPr>
            <a:xfrm>
              <a:off x="1266" y="2897"/>
              <a:ext cx="1854" cy="478"/>
              <a:chOff x="1266" y="2470"/>
              <a:chExt cx="1854" cy="478"/>
            </a:xfrm>
            <a:grpFill/>
          </p:grpSpPr>
          <p:grpSp>
            <p:nvGrpSpPr>
              <p:cNvPr id="1755" name="组合 1754"/>
              <p:cNvGrpSpPr>
                <a:grpSpLocks noChangeAspect="1"/>
              </p:cNvGrpSpPr>
              <p:nvPr/>
            </p:nvGrpSpPr>
            <p:grpSpPr>
              <a:xfrm>
                <a:off x="1266" y="2470"/>
                <a:ext cx="482" cy="478"/>
                <a:chOff x="8304389" y="2157934"/>
                <a:chExt cx="2017948" cy="2001327"/>
              </a:xfrm>
              <a:grpFill/>
            </p:grpSpPr>
            <p:sp>
              <p:nvSpPr>
                <p:cNvPr id="1756" name="立方体 1755"/>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57" name="立方体 1756"/>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58" name="立方体 1757"/>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59" name="立方体 1758"/>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60" name="立方体 1759"/>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61" name="立方体 1760"/>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62" name="立方体 1761"/>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63" name="立方体 1762"/>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64" name="立方体 1763"/>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65" name="组合 1764"/>
              <p:cNvGrpSpPr>
                <a:grpSpLocks noChangeAspect="1"/>
              </p:cNvGrpSpPr>
              <p:nvPr/>
            </p:nvGrpSpPr>
            <p:grpSpPr>
              <a:xfrm>
                <a:off x="1730" y="2470"/>
                <a:ext cx="482" cy="478"/>
                <a:chOff x="8304389" y="2157934"/>
                <a:chExt cx="2017948" cy="2001327"/>
              </a:xfrm>
              <a:grpFill/>
            </p:grpSpPr>
            <p:sp>
              <p:nvSpPr>
                <p:cNvPr id="1766" name="立方体 1765"/>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67" name="立方体 1766"/>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68" name="立方体 1767"/>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69" name="立方体 1768"/>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70" name="立方体 1769"/>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71" name="立方体 1770"/>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72" name="立方体 1771"/>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73" name="立方体 1772"/>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74" name="立方体 1773"/>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75" name="组合 1774"/>
              <p:cNvGrpSpPr>
                <a:grpSpLocks noChangeAspect="1"/>
              </p:cNvGrpSpPr>
              <p:nvPr/>
            </p:nvGrpSpPr>
            <p:grpSpPr>
              <a:xfrm>
                <a:off x="2186" y="2470"/>
                <a:ext cx="482" cy="478"/>
                <a:chOff x="8304389" y="2157934"/>
                <a:chExt cx="2017948" cy="2001327"/>
              </a:xfrm>
              <a:grpFill/>
            </p:grpSpPr>
            <p:sp>
              <p:nvSpPr>
                <p:cNvPr id="1776" name="立方体 1775"/>
                <p:cNvSpPr>
                  <a:spLocks noChangeAspect="1"/>
                </p:cNvSpPr>
                <p:nvPr/>
              </p:nvSpPr>
              <p:spPr>
                <a:xfrm>
                  <a:off x="8320453" y="3338112"/>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77" name="立方体 1776"/>
                <p:cNvSpPr>
                  <a:spLocks noChangeAspect="1"/>
                </p:cNvSpPr>
                <p:nvPr/>
              </p:nvSpPr>
              <p:spPr>
                <a:xfrm>
                  <a:off x="8919821" y="3372128"/>
                  <a:ext cx="791270" cy="787133"/>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78" name="立方体 1777"/>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79" name="立方体 1778"/>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80" name="立方体 1779"/>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81" name="立方体 1780"/>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82" name="立方体 1781"/>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83" name="立方体 1782"/>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84" name="立方体 1783"/>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785" name="组合 1784"/>
              <p:cNvGrpSpPr>
                <a:grpSpLocks noChangeAspect="1"/>
              </p:cNvGrpSpPr>
              <p:nvPr/>
            </p:nvGrpSpPr>
            <p:grpSpPr>
              <a:xfrm>
                <a:off x="2638" y="2470"/>
                <a:ext cx="482" cy="478"/>
                <a:chOff x="8304389" y="2157934"/>
                <a:chExt cx="2017948" cy="2001327"/>
              </a:xfrm>
              <a:grpFill/>
            </p:grpSpPr>
            <p:sp>
              <p:nvSpPr>
                <p:cNvPr id="1786" name="立方体 1785"/>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87" name="立方体 1786"/>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88" name="立方体 1787"/>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89" name="立方体 1788"/>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90" name="立方体 1789"/>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91" name="立方体 1790"/>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92" name="立方体 1791"/>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93" name="立方体 1792"/>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794" name="立方体 1793"/>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795" name="组合 1794"/>
            <p:cNvGrpSpPr/>
            <p:nvPr/>
          </p:nvGrpSpPr>
          <p:grpSpPr>
            <a:xfrm>
              <a:off x="1266" y="2470"/>
              <a:ext cx="1854" cy="478"/>
              <a:chOff x="1266" y="2470"/>
              <a:chExt cx="1854" cy="478"/>
            </a:xfrm>
            <a:grpFill/>
          </p:grpSpPr>
          <p:grpSp>
            <p:nvGrpSpPr>
              <p:cNvPr id="1796" name="组合 1795"/>
              <p:cNvGrpSpPr>
                <a:grpSpLocks noChangeAspect="1"/>
              </p:cNvGrpSpPr>
              <p:nvPr/>
            </p:nvGrpSpPr>
            <p:grpSpPr>
              <a:xfrm>
                <a:off x="1266" y="2470"/>
                <a:ext cx="482" cy="478"/>
                <a:chOff x="8304389" y="2157934"/>
                <a:chExt cx="2017948" cy="2001327"/>
              </a:xfrm>
              <a:grpFill/>
            </p:grpSpPr>
            <p:sp>
              <p:nvSpPr>
                <p:cNvPr id="1797" name="立方体 1796"/>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98" name="立方体 1797"/>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99" name="立方体 1798"/>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00" name="立方体 1799"/>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01" name="立方体 1800"/>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02" name="立方体 1801"/>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03" name="立方体 1802"/>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04" name="立方体 1803"/>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05" name="立方体 1804"/>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06" name="组合 1805"/>
              <p:cNvGrpSpPr>
                <a:grpSpLocks noChangeAspect="1"/>
              </p:cNvGrpSpPr>
              <p:nvPr/>
            </p:nvGrpSpPr>
            <p:grpSpPr>
              <a:xfrm>
                <a:off x="1730" y="2470"/>
                <a:ext cx="482" cy="478"/>
                <a:chOff x="8304389" y="2157934"/>
                <a:chExt cx="2017948" cy="2001327"/>
              </a:xfrm>
              <a:grpFill/>
            </p:grpSpPr>
            <p:sp>
              <p:nvSpPr>
                <p:cNvPr id="1807" name="立方体 1806"/>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08" name="立方体 1807"/>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09" name="立方体 1808"/>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10" name="立方体 1809"/>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11" name="立方体 1810"/>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12" name="立方体 1811"/>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13" name="立方体 1812"/>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14" name="立方体 1813"/>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15" name="立方体 1814"/>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16" name="组合 1815"/>
              <p:cNvGrpSpPr>
                <a:grpSpLocks noChangeAspect="1"/>
              </p:cNvGrpSpPr>
              <p:nvPr/>
            </p:nvGrpSpPr>
            <p:grpSpPr>
              <a:xfrm>
                <a:off x="2186" y="2470"/>
                <a:ext cx="482" cy="478"/>
                <a:chOff x="8304389" y="2157934"/>
                <a:chExt cx="2017948" cy="2001327"/>
              </a:xfrm>
              <a:grpFill/>
            </p:grpSpPr>
            <p:sp>
              <p:nvSpPr>
                <p:cNvPr id="1817" name="立方体 1816"/>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18" name="立方体 1817"/>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19" name="立方体 1818"/>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20" name="立方体 1819"/>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21" name="立方体 1820"/>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22" name="立方体 1821"/>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23" name="立方体 1822"/>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24" name="立方体 1823"/>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25" name="立方体 1824"/>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26" name="组合 1825"/>
              <p:cNvGrpSpPr>
                <a:grpSpLocks noChangeAspect="1"/>
              </p:cNvGrpSpPr>
              <p:nvPr/>
            </p:nvGrpSpPr>
            <p:grpSpPr>
              <a:xfrm>
                <a:off x="2638" y="2470"/>
                <a:ext cx="482" cy="478"/>
                <a:chOff x="8304389" y="2157934"/>
                <a:chExt cx="2017948" cy="2001327"/>
              </a:xfrm>
              <a:grpFill/>
            </p:grpSpPr>
            <p:sp>
              <p:nvSpPr>
                <p:cNvPr id="1827" name="立方体 1826"/>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28" name="立方体 1827"/>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29" name="立方体 1828"/>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30" name="立方体 1829"/>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31" name="立方体 1830"/>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32" name="立方体 1831"/>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33" name="立方体 1832"/>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34" name="立方体 1833"/>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35" name="立方体 1834"/>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836" name="组合 1835"/>
          <p:cNvGrpSpPr/>
          <p:nvPr/>
        </p:nvGrpSpPr>
        <p:grpSpPr>
          <a:xfrm rot="0">
            <a:off x="2667000" y="2812415"/>
            <a:ext cx="1065530" cy="990600"/>
            <a:chOff x="1262" y="2470"/>
            <a:chExt cx="1858" cy="1781"/>
          </a:xfrm>
          <a:solidFill>
            <a:schemeClr val="accent1">
              <a:lumMod val="40000"/>
              <a:lumOff val="60000"/>
            </a:schemeClr>
          </a:solidFill>
        </p:grpSpPr>
        <p:grpSp>
          <p:nvGrpSpPr>
            <p:cNvPr id="1837" name="组合 1836"/>
            <p:cNvGrpSpPr/>
            <p:nvPr/>
          </p:nvGrpSpPr>
          <p:grpSpPr>
            <a:xfrm>
              <a:off x="1262" y="3346"/>
              <a:ext cx="1854" cy="905"/>
              <a:chOff x="1199" y="3409"/>
              <a:chExt cx="1854" cy="905"/>
            </a:xfrm>
            <a:grpFill/>
          </p:grpSpPr>
          <p:grpSp>
            <p:nvGrpSpPr>
              <p:cNvPr id="1838" name="组合 1837"/>
              <p:cNvGrpSpPr/>
              <p:nvPr/>
            </p:nvGrpSpPr>
            <p:grpSpPr>
              <a:xfrm>
                <a:off x="1199" y="3836"/>
                <a:ext cx="1854" cy="478"/>
                <a:chOff x="1266" y="2470"/>
                <a:chExt cx="1854" cy="478"/>
              </a:xfrm>
              <a:grpFill/>
            </p:grpSpPr>
            <p:grpSp>
              <p:nvGrpSpPr>
                <p:cNvPr id="1839" name="组合 1838"/>
                <p:cNvGrpSpPr>
                  <a:grpSpLocks noChangeAspect="1"/>
                </p:cNvGrpSpPr>
                <p:nvPr/>
              </p:nvGrpSpPr>
              <p:grpSpPr>
                <a:xfrm>
                  <a:off x="1266" y="2470"/>
                  <a:ext cx="482" cy="478"/>
                  <a:chOff x="8304389" y="2157934"/>
                  <a:chExt cx="2017948" cy="2001327"/>
                </a:xfrm>
                <a:grpFill/>
              </p:grpSpPr>
              <p:sp>
                <p:nvSpPr>
                  <p:cNvPr id="1840" name="立方体 1839"/>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41" name="立方体 1840"/>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42" name="立方体 1841"/>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43" name="立方体 1842"/>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44" name="立方体 1843"/>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45" name="立方体 1844"/>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46" name="立方体 1845"/>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47" name="立方体 1846"/>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48" name="立方体 1847"/>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49" name="组合 1848"/>
                <p:cNvGrpSpPr>
                  <a:grpSpLocks noChangeAspect="1"/>
                </p:cNvGrpSpPr>
                <p:nvPr/>
              </p:nvGrpSpPr>
              <p:grpSpPr>
                <a:xfrm>
                  <a:off x="1730" y="2470"/>
                  <a:ext cx="482" cy="478"/>
                  <a:chOff x="8304389" y="2157934"/>
                  <a:chExt cx="2017948" cy="2001327"/>
                </a:xfrm>
                <a:grpFill/>
              </p:grpSpPr>
              <p:sp>
                <p:nvSpPr>
                  <p:cNvPr id="1850" name="立方体 1849"/>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51" name="立方体 1850"/>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52" name="立方体 1851"/>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53" name="立方体 1852"/>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54" name="立方体 1853"/>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55" name="立方体 1854"/>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56" name="立方体 1855"/>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57" name="立方体 1856"/>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58" name="立方体 1857"/>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59" name="组合 1858"/>
                <p:cNvGrpSpPr>
                  <a:grpSpLocks noChangeAspect="1"/>
                </p:cNvGrpSpPr>
                <p:nvPr/>
              </p:nvGrpSpPr>
              <p:grpSpPr>
                <a:xfrm>
                  <a:off x="2186" y="2470"/>
                  <a:ext cx="482" cy="478"/>
                  <a:chOff x="8304389" y="2157934"/>
                  <a:chExt cx="2017948" cy="2001327"/>
                </a:xfrm>
                <a:grpFill/>
              </p:grpSpPr>
              <p:sp>
                <p:nvSpPr>
                  <p:cNvPr id="1860" name="立方体 1859"/>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61" name="立方体 1860"/>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62" name="立方体 1861"/>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63" name="立方体 1862"/>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64" name="立方体 1863"/>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65" name="立方体 1864"/>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66" name="立方体 1865"/>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67" name="立方体 1866"/>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68" name="立方体 1867"/>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69" name="组合 1868"/>
                <p:cNvGrpSpPr>
                  <a:grpSpLocks noChangeAspect="1"/>
                </p:cNvGrpSpPr>
                <p:nvPr/>
              </p:nvGrpSpPr>
              <p:grpSpPr>
                <a:xfrm>
                  <a:off x="2638" y="2470"/>
                  <a:ext cx="482" cy="478"/>
                  <a:chOff x="8304389" y="2157934"/>
                  <a:chExt cx="2017948" cy="2001327"/>
                </a:xfrm>
                <a:grpFill/>
              </p:grpSpPr>
              <p:sp>
                <p:nvSpPr>
                  <p:cNvPr id="1870" name="立方体 1869"/>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71" name="立方体 1870"/>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72" name="立方体 1871"/>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73" name="立方体 1872"/>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74" name="立方体 1873"/>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75" name="立方体 1874"/>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76" name="立方体 1875"/>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77" name="立方体 1876"/>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78" name="立方体 1877"/>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879" name="组合 1878"/>
              <p:cNvGrpSpPr/>
              <p:nvPr/>
            </p:nvGrpSpPr>
            <p:grpSpPr>
              <a:xfrm>
                <a:off x="1199" y="3409"/>
                <a:ext cx="1854" cy="478"/>
                <a:chOff x="1266" y="2470"/>
                <a:chExt cx="1854" cy="478"/>
              </a:xfrm>
              <a:grpFill/>
            </p:grpSpPr>
            <p:grpSp>
              <p:nvGrpSpPr>
                <p:cNvPr id="1880" name="组合 1879"/>
                <p:cNvGrpSpPr>
                  <a:grpSpLocks noChangeAspect="1"/>
                </p:cNvGrpSpPr>
                <p:nvPr/>
              </p:nvGrpSpPr>
              <p:grpSpPr>
                <a:xfrm>
                  <a:off x="1266" y="2470"/>
                  <a:ext cx="482" cy="478"/>
                  <a:chOff x="8304389" y="2157934"/>
                  <a:chExt cx="2017948" cy="2001327"/>
                </a:xfrm>
                <a:grpFill/>
              </p:grpSpPr>
              <p:sp>
                <p:nvSpPr>
                  <p:cNvPr id="1881" name="立方体 1880"/>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82" name="立方体 1881"/>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83" name="立方体 1882"/>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84" name="立方体 1883"/>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85" name="立方体 1884"/>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86" name="立方体 1885"/>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87" name="立方体 1886"/>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88" name="立方体 1887"/>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89" name="立方体 1888"/>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890" name="组合 1889"/>
                <p:cNvGrpSpPr>
                  <a:grpSpLocks noChangeAspect="1"/>
                </p:cNvGrpSpPr>
                <p:nvPr/>
              </p:nvGrpSpPr>
              <p:grpSpPr>
                <a:xfrm>
                  <a:off x="1730" y="2470"/>
                  <a:ext cx="482" cy="478"/>
                  <a:chOff x="8304389" y="2157934"/>
                  <a:chExt cx="2017948" cy="2001327"/>
                </a:xfrm>
                <a:grpFill/>
              </p:grpSpPr>
              <p:sp>
                <p:nvSpPr>
                  <p:cNvPr id="1891" name="立方体 1890"/>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92" name="立方体 1891"/>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93" name="立方体 1892"/>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94" name="立方体 1893"/>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95" name="立方体 1894"/>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96" name="立方体 1895"/>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97" name="立方体 1896"/>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898" name="立方体 1897"/>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99" name="立方体 1898"/>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00" name="组合 1899"/>
                <p:cNvGrpSpPr>
                  <a:grpSpLocks noChangeAspect="1"/>
                </p:cNvGrpSpPr>
                <p:nvPr/>
              </p:nvGrpSpPr>
              <p:grpSpPr>
                <a:xfrm>
                  <a:off x="2186" y="2470"/>
                  <a:ext cx="482" cy="478"/>
                  <a:chOff x="8304389" y="2157934"/>
                  <a:chExt cx="2017948" cy="2001327"/>
                </a:xfrm>
                <a:grpFill/>
              </p:grpSpPr>
              <p:sp>
                <p:nvSpPr>
                  <p:cNvPr id="1901" name="立方体 1900"/>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02" name="立方体 1901"/>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03" name="立方体 1902"/>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04" name="立方体 1903"/>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05" name="立方体 1904"/>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06" name="立方体 1905"/>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07" name="立方体 1906"/>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08" name="立方体 1907"/>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09" name="立方体 1908"/>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10" name="组合 1909"/>
                <p:cNvGrpSpPr>
                  <a:grpSpLocks noChangeAspect="1"/>
                </p:cNvGrpSpPr>
                <p:nvPr/>
              </p:nvGrpSpPr>
              <p:grpSpPr>
                <a:xfrm>
                  <a:off x="2638" y="2470"/>
                  <a:ext cx="482" cy="478"/>
                  <a:chOff x="8304389" y="2157934"/>
                  <a:chExt cx="2017948" cy="2001327"/>
                </a:xfrm>
                <a:grpFill/>
              </p:grpSpPr>
              <p:sp>
                <p:nvSpPr>
                  <p:cNvPr id="1911" name="立方体 1910"/>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12" name="立方体 1911"/>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13" name="立方体 1912"/>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14" name="立方体 1913"/>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15" name="立方体 1914"/>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16" name="立方体 1915"/>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17" name="立方体 1916"/>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18" name="立方体 1917"/>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19" name="立方体 1918"/>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grpSp>
          <p:nvGrpSpPr>
            <p:cNvPr id="1920" name="组合 1919"/>
            <p:cNvGrpSpPr/>
            <p:nvPr/>
          </p:nvGrpSpPr>
          <p:grpSpPr>
            <a:xfrm>
              <a:off x="1266" y="2897"/>
              <a:ext cx="1854" cy="478"/>
              <a:chOff x="1266" y="2470"/>
              <a:chExt cx="1854" cy="478"/>
            </a:xfrm>
            <a:grpFill/>
          </p:grpSpPr>
          <p:grpSp>
            <p:nvGrpSpPr>
              <p:cNvPr id="1921" name="组合 1920"/>
              <p:cNvGrpSpPr>
                <a:grpSpLocks noChangeAspect="1"/>
              </p:cNvGrpSpPr>
              <p:nvPr/>
            </p:nvGrpSpPr>
            <p:grpSpPr>
              <a:xfrm>
                <a:off x="1266" y="2470"/>
                <a:ext cx="482" cy="478"/>
                <a:chOff x="8304389" y="2157934"/>
                <a:chExt cx="2017948" cy="2001327"/>
              </a:xfrm>
              <a:grpFill/>
            </p:grpSpPr>
            <p:sp>
              <p:nvSpPr>
                <p:cNvPr id="1922" name="立方体 1921"/>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23" name="立方体 1922"/>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24" name="立方体 1923"/>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25" name="立方体 1924"/>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26" name="立方体 1925"/>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27" name="立方体 1926"/>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28" name="立方体 1927"/>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29" name="立方体 1928"/>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30" name="立方体 1929"/>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31" name="组合 1930"/>
              <p:cNvGrpSpPr>
                <a:grpSpLocks noChangeAspect="1"/>
              </p:cNvGrpSpPr>
              <p:nvPr/>
            </p:nvGrpSpPr>
            <p:grpSpPr>
              <a:xfrm>
                <a:off x="1730" y="2470"/>
                <a:ext cx="482" cy="478"/>
                <a:chOff x="8304389" y="2157934"/>
                <a:chExt cx="2017948" cy="2001327"/>
              </a:xfrm>
              <a:grpFill/>
            </p:grpSpPr>
            <p:sp>
              <p:nvSpPr>
                <p:cNvPr id="1932" name="立方体 1931"/>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33" name="立方体 1932"/>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34" name="立方体 1933"/>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35" name="立方体 1934"/>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36" name="立方体 1935"/>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37" name="立方体 1936"/>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38" name="立方体 1937"/>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39" name="立方体 1938"/>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40" name="立方体 1939"/>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41" name="组合 1940"/>
              <p:cNvGrpSpPr>
                <a:grpSpLocks noChangeAspect="1"/>
              </p:cNvGrpSpPr>
              <p:nvPr/>
            </p:nvGrpSpPr>
            <p:grpSpPr>
              <a:xfrm>
                <a:off x="2186" y="2470"/>
                <a:ext cx="482" cy="478"/>
                <a:chOff x="8304389" y="2157934"/>
                <a:chExt cx="2017948" cy="2001327"/>
              </a:xfrm>
              <a:grpFill/>
            </p:grpSpPr>
            <p:sp>
              <p:nvSpPr>
                <p:cNvPr id="1942" name="立方体 1941"/>
                <p:cNvSpPr>
                  <a:spLocks noChangeAspect="1"/>
                </p:cNvSpPr>
                <p:nvPr/>
              </p:nvSpPr>
              <p:spPr>
                <a:xfrm>
                  <a:off x="8320453" y="3338112"/>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43" name="立方体 1942"/>
                <p:cNvSpPr>
                  <a:spLocks noChangeAspect="1"/>
                </p:cNvSpPr>
                <p:nvPr/>
              </p:nvSpPr>
              <p:spPr>
                <a:xfrm>
                  <a:off x="8919821" y="3372128"/>
                  <a:ext cx="791270" cy="787133"/>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44" name="立方体 1943"/>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45" name="立方体 1944"/>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46" name="立方体 1945"/>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47" name="立方体 1946"/>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48" name="立方体 1947"/>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49" name="立方体 1948"/>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50" name="立方体 1949"/>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51" name="组合 1950"/>
              <p:cNvGrpSpPr>
                <a:grpSpLocks noChangeAspect="1"/>
              </p:cNvGrpSpPr>
              <p:nvPr/>
            </p:nvGrpSpPr>
            <p:grpSpPr>
              <a:xfrm>
                <a:off x="2638" y="2470"/>
                <a:ext cx="482" cy="478"/>
                <a:chOff x="8304389" y="2157934"/>
                <a:chExt cx="2017948" cy="2001327"/>
              </a:xfrm>
              <a:grpFill/>
            </p:grpSpPr>
            <p:sp>
              <p:nvSpPr>
                <p:cNvPr id="1952" name="立方体 1951"/>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53" name="立方体 1952"/>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54" name="立方体 1953"/>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55" name="立方体 1954"/>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56" name="立方体 1955"/>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57" name="立方体 1956"/>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58" name="立方体 1957"/>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59" name="立方体 1958"/>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60" name="立方体 1959"/>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nvGrpSpPr>
            <p:cNvPr id="1961" name="组合 1960"/>
            <p:cNvGrpSpPr/>
            <p:nvPr/>
          </p:nvGrpSpPr>
          <p:grpSpPr>
            <a:xfrm>
              <a:off x="1266" y="2470"/>
              <a:ext cx="1854" cy="478"/>
              <a:chOff x="1266" y="2470"/>
              <a:chExt cx="1854" cy="478"/>
            </a:xfrm>
            <a:grpFill/>
          </p:grpSpPr>
          <p:grpSp>
            <p:nvGrpSpPr>
              <p:cNvPr id="1962" name="组合 1961"/>
              <p:cNvGrpSpPr>
                <a:grpSpLocks noChangeAspect="1"/>
              </p:cNvGrpSpPr>
              <p:nvPr/>
            </p:nvGrpSpPr>
            <p:grpSpPr>
              <a:xfrm>
                <a:off x="1266" y="2470"/>
                <a:ext cx="482" cy="478"/>
                <a:chOff x="8304389" y="2157934"/>
                <a:chExt cx="2017948" cy="2001327"/>
              </a:xfrm>
              <a:grpFill/>
            </p:grpSpPr>
            <p:sp>
              <p:nvSpPr>
                <p:cNvPr id="1963" name="立方体 1962"/>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64" name="立方体 1963"/>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65" name="立方体 1964"/>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66" name="立方体 1965"/>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67" name="立方体 1966"/>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68" name="立方体 1967"/>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69" name="立方体 1968"/>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70" name="立方体 1969"/>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71" name="立方体 1970"/>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72" name="组合 1971"/>
              <p:cNvGrpSpPr>
                <a:grpSpLocks noChangeAspect="1"/>
              </p:cNvGrpSpPr>
              <p:nvPr/>
            </p:nvGrpSpPr>
            <p:grpSpPr>
              <a:xfrm>
                <a:off x="1730" y="2470"/>
                <a:ext cx="482" cy="478"/>
                <a:chOff x="8304389" y="2157934"/>
                <a:chExt cx="2017948" cy="2001327"/>
              </a:xfrm>
              <a:grpFill/>
            </p:grpSpPr>
            <p:sp>
              <p:nvSpPr>
                <p:cNvPr id="1973" name="立方体 1972"/>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74" name="立方体 1973"/>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75" name="立方体 1974"/>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76" name="立方体 1975"/>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77" name="立方体 1976"/>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78" name="立方体 1977"/>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79" name="立方体 1978"/>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80" name="立方体 1979"/>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81" name="立方体 1980"/>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82" name="组合 1981"/>
              <p:cNvGrpSpPr>
                <a:grpSpLocks noChangeAspect="1"/>
              </p:cNvGrpSpPr>
              <p:nvPr/>
            </p:nvGrpSpPr>
            <p:grpSpPr>
              <a:xfrm>
                <a:off x="2186" y="2470"/>
                <a:ext cx="482" cy="478"/>
                <a:chOff x="8304389" y="2157934"/>
                <a:chExt cx="2017948" cy="2001327"/>
              </a:xfrm>
              <a:grpFill/>
            </p:grpSpPr>
            <p:sp>
              <p:nvSpPr>
                <p:cNvPr id="1983" name="立方体 1982"/>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84" name="立方体 1983"/>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85" name="立方体 1984"/>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86" name="立方体 1985"/>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87" name="立方体 1986"/>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88" name="立方体 1987"/>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89" name="立方体 1988"/>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90" name="立方体 1989"/>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991" name="立方体 1990"/>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1992" name="组合 1991"/>
              <p:cNvGrpSpPr>
                <a:grpSpLocks noChangeAspect="1"/>
              </p:cNvGrpSpPr>
              <p:nvPr/>
            </p:nvGrpSpPr>
            <p:grpSpPr>
              <a:xfrm>
                <a:off x="2638" y="2470"/>
                <a:ext cx="482" cy="478"/>
                <a:chOff x="8304389" y="2157934"/>
                <a:chExt cx="2017948" cy="2001327"/>
              </a:xfrm>
              <a:grpFill/>
            </p:grpSpPr>
            <p:sp>
              <p:nvSpPr>
                <p:cNvPr id="1993" name="立方体 1992"/>
                <p:cNvSpPr>
                  <a:spLocks noChangeAspect="1"/>
                </p:cNvSpPr>
                <p:nvPr/>
              </p:nvSpPr>
              <p:spPr>
                <a:xfrm>
                  <a:off x="8304389" y="3370859"/>
                  <a:ext cx="789379" cy="788402"/>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94" name="立方体 1993"/>
                <p:cNvSpPr>
                  <a:spLocks noChangeAspect="1"/>
                </p:cNvSpPr>
                <p:nvPr/>
              </p:nvSpPr>
              <p:spPr>
                <a:xfrm>
                  <a:off x="8918674"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95" name="立方体 1994"/>
                <p:cNvSpPr>
                  <a:spLocks noChangeAspect="1"/>
                </p:cNvSpPr>
                <p:nvPr/>
              </p:nvSpPr>
              <p:spPr>
                <a:xfrm>
                  <a:off x="9532958" y="3370857"/>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96" name="立方体 1995"/>
                <p:cNvSpPr>
                  <a:spLocks noChangeAspect="1"/>
                </p:cNvSpPr>
                <p:nvPr/>
              </p:nvSpPr>
              <p:spPr>
                <a:xfrm>
                  <a:off x="8304389"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97" name="立方体 1996"/>
                <p:cNvSpPr>
                  <a:spLocks noChangeAspect="1"/>
                </p:cNvSpPr>
                <p:nvPr/>
              </p:nvSpPr>
              <p:spPr>
                <a:xfrm>
                  <a:off x="8918674"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98" name="立方体 1997"/>
                <p:cNvSpPr>
                  <a:spLocks noChangeAspect="1"/>
                </p:cNvSpPr>
                <p:nvPr/>
              </p:nvSpPr>
              <p:spPr>
                <a:xfrm>
                  <a:off x="9532958" y="2764396"/>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99" name="立方体 1998"/>
                <p:cNvSpPr>
                  <a:spLocks noChangeAspect="1"/>
                </p:cNvSpPr>
                <p:nvPr/>
              </p:nvSpPr>
              <p:spPr>
                <a:xfrm>
                  <a:off x="8304389"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00" name="立方体 1999"/>
                <p:cNvSpPr>
                  <a:spLocks noChangeAspect="1"/>
                </p:cNvSpPr>
                <p:nvPr/>
              </p:nvSpPr>
              <p:spPr>
                <a:xfrm>
                  <a:off x="8918674"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001" name="立方体 2000"/>
                <p:cNvSpPr>
                  <a:spLocks noChangeAspect="1"/>
                </p:cNvSpPr>
                <p:nvPr/>
              </p:nvSpPr>
              <p:spPr>
                <a:xfrm>
                  <a:off x="9532958" y="2157934"/>
                  <a:ext cx="789379" cy="788400"/>
                </a:xfrm>
                <a:prstGeom prst="cube">
                  <a:avLst>
                    <a:gd name="adj" fmla="val 22457"/>
                  </a:avLst>
                </a:prstGeom>
                <a:grp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grpSp>
      <p:cxnSp>
        <p:nvCxnSpPr>
          <p:cNvPr id="2004" name="直接连接符 2003"/>
          <p:cNvCxnSpPr/>
          <p:nvPr/>
        </p:nvCxnSpPr>
        <p:spPr>
          <a:xfrm flipH="1">
            <a:off x="1607185" y="1856740"/>
            <a:ext cx="955675" cy="991870"/>
          </a:xfrm>
          <a:prstGeom prst="line">
            <a:avLst/>
          </a:prstGeom>
          <a:ln>
            <a:solidFill>
              <a:schemeClr val="bg1">
                <a:lumMod val="85000"/>
              </a:schemeClr>
            </a:solidFill>
          </a:ln>
        </p:spPr>
        <p:style>
          <a:lnRef idx="2">
            <a:schemeClr val="accent1"/>
          </a:lnRef>
          <a:fillRef idx="0">
            <a:srgbClr val="FFFFFF"/>
          </a:fillRef>
          <a:effectRef idx="0">
            <a:srgbClr val="FFFFFF"/>
          </a:effectRef>
          <a:fontRef idx="minor">
            <a:schemeClr val="tx1"/>
          </a:fontRef>
        </p:style>
      </p:cxnSp>
      <p:cxnSp>
        <p:nvCxnSpPr>
          <p:cNvPr id="2006" name="直接连接符 2005"/>
          <p:cNvCxnSpPr/>
          <p:nvPr/>
        </p:nvCxnSpPr>
        <p:spPr>
          <a:xfrm flipH="1">
            <a:off x="1833245" y="1852930"/>
            <a:ext cx="955675" cy="991870"/>
          </a:xfrm>
          <a:prstGeom prst="line">
            <a:avLst/>
          </a:prstGeom>
          <a:ln>
            <a:solidFill>
              <a:schemeClr val="bg1">
                <a:lumMod val="85000"/>
              </a:schemeClr>
            </a:solidFill>
          </a:ln>
        </p:spPr>
        <p:style>
          <a:lnRef idx="2">
            <a:schemeClr val="accent1"/>
          </a:lnRef>
          <a:fillRef idx="0">
            <a:srgbClr val="FFFFFF"/>
          </a:fillRef>
          <a:effectRef idx="0">
            <a:srgbClr val="FFFFFF"/>
          </a:effectRef>
          <a:fontRef idx="minor">
            <a:schemeClr val="tx1"/>
          </a:fontRef>
        </p:style>
      </p:cxnSp>
      <p:cxnSp>
        <p:nvCxnSpPr>
          <p:cNvPr id="2007" name="直接连接符 2006"/>
          <p:cNvCxnSpPr/>
          <p:nvPr/>
        </p:nvCxnSpPr>
        <p:spPr>
          <a:xfrm>
            <a:off x="1619885" y="2817495"/>
            <a:ext cx="242570" cy="127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08" name="直接连接符 2007"/>
          <p:cNvCxnSpPr/>
          <p:nvPr/>
        </p:nvCxnSpPr>
        <p:spPr>
          <a:xfrm flipV="1">
            <a:off x="2562860" y="1854835"/>
            <a:ext cx="213995" cy="1905"/>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09" name="直接连接符 2008"/>
          <p:cNvCxnSpPr>
            <a:endCxn id="1797" idx="2"/>
          </p:cNvCxnSpPr>
          <p:nvPr/>
        </p:nvCxnSpPr>
        <p:spPr>
          <a:xfrm flipH="1">
            <a:off x="1613535" y="2837815"/>
            <a:ext cx="0" cy="18000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10" name="直接连接符 2009"/>
          <p:cNvCxnSpPr/>
          <p:nvPr/>
        </p:nvCxnSpPr>
        <p:spPr>
          <a:xfrm flipH="1">
            <a:off x="1827530" y="2033270"/>
            <a:ext cx="955675" cy="991870"/>
          </a:xfrm>
          <a:prstGeom prst="line">
            <a:avLst/>
          </a:prstGeom>
          <a:ln>
            <a:solidFill>
              <a:schemeClr val="bg1">
                <a:lumMod val="75000"/>
              </a:schemeClr>
            </a:solidFill>
          </a:ln>
        </p:spPr>
        <p:style>
          <a:lnRef idx="2">
            <a:schemeClr val="accent1"/>
          </a:lnRef>
          <a:fillRef idx="0">
            <a:srgbClr val="FFFFFF"/>
          </a:fillRef>
          <a:effectRef idx="0">
            <a:srgbClr val="FFFFFF"/>
          </a:effectRef>
          <a:fontRef idx="minor">
            <a:schemeClr val="tx1"/>
          </a:fontRef>
        </p:style>
      </p:cxnSp>
      <p:cxnSp>
        <p:nvCxnSpPr>
          <p:cNvPr id="2011" name="直接连接符 2010"/>
          <p:cNvCxnSpPr/>
          <p:nvPr/>
        </p:nvCxnSpPr>
        <p:spPr>
          <a:xfrm>
            <a:off x="1613535" y="3001645"/>
            <a:ext cx="240030" cy="127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12" name="直接连接符 2011"/>
          <p:cNvCxnSpPr/>
          <p:nvPr/>
        </p:nvCxnSpPr>
        <p:spPr>
          <a:xfrm flipH="1">
            <a:off x="1842135" y="2847340"/>
            <a:ext cx="1905" cy="168275"/>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13" name="直接连接符 2012"/>
          <p:cNvCxnSpPr/>
          <p:nvPr/>
        </p:nvCxnSpPr>
        <p:spPr>
          <a:xfrm flipH="1">
            <a:off x="2531110" y="1881505"/>
            <a:ext cx="0" cy="18000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14" name="直接连接符 2013"/>
          <p:cNvCxnSpPr/>
          <p:nvPr/>
        </p:nvCxnSpPr>
        <p:spPr>
          <a:xfrm>
            <a:off x="2772410" y="1855470"/>
            <a:ext cx="0" cy="18415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15" name="直接连接符 2014"/>
          <p:cNvCxnSpPr/>
          <p:nvPr/>
        </p:nvCxnSpPr>
        <p:spPr>
          <a:xfrm>
            <a:off x="1621155" y="2839720"/>
            <a:ext cx="242570" cy="127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16" name="直接连接符 2015"/>
          <p:cNvCxnSpPr/>
          <p:nvPr/>
        </p:nvCxnSpPr>
        <p:spPr>
          <a:xfrm>
            <a:off x="2531110" y="1887220"/>
            <a:ext cx="242570" cy="127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17" name="直接连接符 2016"/>
          <p:cNvCxnSpPr/>
          <p:nvPr/>
        </p:nvCxnSpPr>
        <p:spPr>
          <a:xfrm>
            <a:off x="2529205" y="2048510"/>
            <a:ext cx="242570" cy="127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18" name="直接连接符 2017"/>
          <p:cNvCxnSpPr/>
          <p:nvPr/>
        </p:nvCxnSpPr>
        <p:spPr>
          <a:xfrm>
            <a:off x="2134235" y="2310130"/>
            <a:ext cx="242570" cy="127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19" name="直接连接符 2018"/>
          <p:cNvCxnSpPr/>
          <p:nvPr/>
        </p:nvCxnSpPr>
        <p:spPr>
          <a:xfrm>
            <a:off x="2124710" y="2479675"/>
            <a:ext cx="242570" cy="127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20" name="直接连接符 2019"/>
          <p:cNvCxnSpPr/>
          <p:nvPr/>
        </p:nvCxnSpPr>
        <p:spPr>
          <a:xfrm flipH="1">
            <a:off x="2134235" y="2310130"/>
            <a:ext cx="0" cy="18000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21" name="直接连接符 2020"/>
          <p:cNvCxnSpPr/>
          <p:nvPr/>
        </p:nvCxnSpPr>
        <p:spPr>
          <a:xfrm flipH="1">
            <a:off x="2365375" y="2294890"/>
            <a:ext cx="0" cy="18000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22" name="直接连接符 2021"/>
          <p:cNvCxnSpPr/>
          <p:nvPr/>
        </p:nvCxnSpPr>
        <p:spPr>
          <a:xfrm flipH="1">
            <a:off x="1616075" y="2811780"/>
            <a:ext cx="8255" cy="279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23" name="直接连接符 2022"/>
          <p:cNvCxnSpPr/>
          <p:nvPr/>
        </p:nvCxnSpPr>
        <p:spPr>
          <a:xfrm flipH="1">
            <a:off x="1844675" y="2809875"/>
            <a:ext cx="23495" cy="40005"/>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24" name="直接连接符 2023"/>
          <p:cNvCxnSpPr/>
          <p:nvPr/>
        </p:nvCxnSpPr>
        <p:spPr>
          <a:xfrm flipH="1">
            <a:off x="2532380" y="1852930"/>
            <a:ext cx="36195" cy="31750"/>
          </a:xfrm>
          <a:prstGeom prst="line">
            <a:avLst/>
          </a:prstGeom>
          <a:ln>
            <a:solidFill>
              <a:schemeClr val="bg1">
                <a:lumMod val="65000"/>
              </a:schemeClr>
            </a:solidFill>
          </a:ln>
        </p:spPr>
        <p:style>
          <a:lnRef idx="2">
            <a:schemeClr val="accent1"/>
          </a:lnRef>
          <a:fillRef idx="0">
            <a:srgbClr val="FFFFFF"/>
          </a:fillRef>
          <a:effectRef idx="0">
            <a:srgbClr val="FFFFFF"/>
          </a:effectRef>
          <a:fontRef idx="minor">
            <a:schemeClr val="tx1"/>
          </a:fontRef>
        </p:style>
      </p:cxnSp>
      <p:cxnSp>
        <p:nvCxnSpPr>
          <p:cNvPr id="2025" name="直接连接符 2024"/>
          <p:cNvCxnSpPr/>
          <p:nvPr/>
        </p:nvCxnSpPr>
        <p:spPr>
          <a:xfrm flipH="1">
            <a:off x="2684780" y="1873885"/>
            <a:ext cx="955675" cy="991870"/>
          </a:xfrm>
          <a:prstGeom prst="line">
            <a:avLst/>
          </a:prstGeom>
          <a:ln>
            <a:solidFill>
              <a:schemeClr val="bg1">
                <a:lumMod val="85000"/>
              </a:schemeClr>
            </a:solidFill>
          </a:ln>
        </p:spPr>
        <p:style>
          <a:lnRef idx="2">
            <a:schemeClr val="accent1"/>
          </a:lnRef>
          <a:fillRef idx="0">
            <a:srgbClr val="FFFFFF"/>
          </a:fillRef>
          <a:effectRef idx="0">
            <a:srgbClr val="FFFFFF"/>
          </a:effectRef>
          <a:fontRef idx="minor">
            <a:schemeClr val="tx1"/>
          </a:fontRef>
        </p:style>
      </p:cxnSp>
      <p:cxnSp>
        <p:nvCxnSpPr>
          <p:cNvPr id="2026" name="直接连接符 2025"/>
          <p:cNvCxnSpPr/>
          <p:nvPr/>
        </p:nvCxnSpPr>
        <p:spPr>
          <a:xfrm flipH="1">
            <a:off x="2910840" y="1870075"/>
            <a:ext cx="955675" cy="991870"/>
          </a:xfrm>
          <a:prstGeom prst="line">
            <a:avLst/>
          </a:prstGeom>
          <a:ln>
            <a:solidFill>
              <a:schemeClr val="bg1">
                <a:lumMod val="85000"/>
              </a:schemeClr>
            </a:solidFill>
          </a:ln>
        </p:spPr>
        <p:style>
          <a:lnRef idx="2">
            <a:schemeClr val="accent1"/>
          </a:lnRef>
          <a:fillRef idx="0">
            <a:srgbClr val="FFFFFF"/>
          </a:fillRef>
          <a:effectRef idx="0">
            <a:srgbClr val="FFFFFF"/>
          </a:effectRef>
          <a:fontRef idx="minor">
            <a:schemeClr val="tx1"/>
          </a:fontRef>
        </p:style>
      </p:cxnSp>
      <p:cxnSp>
        <p:nvCxnSpPr>
          <p:cNvPr id="2027" name="直接连接符 2026"/>
          <p:cNvCxnSpPr/>
          <p:nvPr/>
        </p:nvCxnSpPr>
        <p:spPr>
          <a:xfrm>
            <a:off x="2697480" y="2834640"/>
            <a:ext cx="242570" cy="127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28" name="直接连接符 2027"/>
          <p:cNvCxnSpPr/>
          <p:nvPr/>
        </p:nvCxnSpPr>
        <p:spPr>
          <a:xfrm flipV="1">
            <a:off x="3640455" y="1871980"/>
            <a:ext cx="213995" cy="1905"/>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29" name="直接连接符 2028"/>
          <p:cNvCxnSpPr/>
          <p:nvPr/>
        </p:nvCxnSpPr>
        <p:spPr>
          <a:xfrm flipH="1">
            <a:off x="2691130" y="2854960"/>
            <a:ext cx="0" cy="18000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30" name="直接连接符 2029"/>
          <p:cNvCxnSpPr/>
          <p:nvPr/>
        </p:nvCxnSpPr>
        <p:spPr>
          <a:xfrm flipH="1">
            <a:off x="2905125" y="2050415"/>
            <a:ext cx="955675" cy="991870"/>
          </a:xfrm>
          <a:prstGeom prst="line">
            <a:avLst/>
          </a:prstGeom>
          <a:ln>
            <a:solidFill>
              <a:schemeClr val="bg1">
                <a:lumMod val="75000"/>
              </a:schemeClr>
            </a:solidFill>
          </a:ln>
        </p:spPr>
        <p:style>
          <a:lnRef idx="2">
            <a:schemeClr val="accent1"/>
          </a:lnRef>
          <a:fillRef idx="0">
            <a:srgbClr val="FFFFFF"/>
          </a:fillRef>
          <a:effectRef idx="0">
            <a:srgbClr val="FFFFFF"/>
          </a:effectRef>
          <a:fontRef idx="minor">
            <a:schemeClr val="tx1"/>
          </a:fontRef>
        </p:style>
      </p:cxnSp>
      <p:cxnSp>
        <p:nvCxnSpPr>
          <p:cNvPr id="2031" name="直接连接符 2030"/>
          <p:cNvCxnSpPr/>
          <p:nvPr/>
        </p:nvCxnSpPr>
        <p:spPr>
          <a:xfrm>
            <a:off x="2691130" y="3018790"/>
            <a:ext cx="240030" cy="127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32" name="直接连接符 2031"/>
          <p:cNvCxnSpPr/>
          <p:nvPr/>
        </p:nvCxnSpPr>
        <p:spPr>
          <a:xfrm flipH="1">
            <a:off x="2919730" y="2864485"/>
            <a:ext cx="1905" cy="168275"/>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33" name="直接连接符 2032"/>
          <p:cNvCxnSpPr/>
          <p:nvPr/>
        </p:nvCxnSpPr>
        <p:spPr>
          <a:xfrm flipH="1">
            <a:off x="3608705" y="1898650"/>
            <a:ext cx="0" cy="18000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34" name="直接连接符 2033"/>
          <p:cNvCxnSpPr/>
          <p:nvPr/>
        </p:nvCxnSpPr>
        <p:spPr>
          <a:xfrm>
            <a:off x="3850005" y="1872615"/>
            <a:ext cx="0" cy="18415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35" name="直接连接符 2034"/>
          <p:cNvCxnSpPr/>
          <p:nvPr/>
        </p:nvCxnSpPr>
        <p:spPr>
          <a:xfrm>
            <a:off x="2698750" y="2856865"/>
            <a:ext cx="242570" cy="127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36" name="直接连接符 2035"/>
          <p:cNvCxnSpPr/>
          <p:nvPr/>
        </p:nvCxnSpPr>
        <p:spPr>
          <a:xfrm>
            <a:off x="3608705" y="1904365"/>
            <a:ext cx="242570" cy="127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37" name="直接连接符 2036"/>
          <p:cNvCxnSpPr/>
          <p:nvPr/>
        </p:nvCxnSpPr>
        <p:spPr>
          <a:xfrm>
            <a:off x="3606800" y="2065655"/>
            <a:ext cx="242570" cy="127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38" name="直接连接符 2037"/>
          <p:cNvCxnSpPr/>
          <p:nvPr/>
        </p:nvCxnSpPr>
        <p:spPr>
          <a:xfrm>
            <a:off x="3211830" y="2327275"/>
            <a:ext cx="242570" cy="127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39" name="直接连接符 2038"/>
          <p:cNvCxnSpPr/>
          <p:nvPr/>
        </p:nvCxnSpPr>
        <p:spPr>
          <a:xfrm>
            <a:off x="3202305" y="2496820"/>
            <a:ext cx="242570" cy="127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40" name="直接连接符 2039"/>
          <p:cNvCxnSpPr/>
          <p:nvPr/>
        </p:nvCxnSpPr>
        <p:spPr>
          <a:xfrm flipH="1">
            <a:off x="3211830" y="2327275"/>
            <a:ext cx="0" cy="18000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41" name="直接连接符 2040"/>
          <p:cNvCxnSpPr/>
          <p:nvPr/>
        </p:nvCxnSpPr>
        <p:spPr>
          <a:xfrm flipH="1">
            <a:off x="3442970" y="2312035"/>
            <a:ext cx="0" cy="18000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42" name="直接连接符 2041"/>
          <p:cNvCxnSpPr/>
          <p:nvPr/>
        </p:nvCxnSpPr>
        <p:spPr>
          <a:xfrm flipH="1">
            <a:off x="2693670" y="2828925"/>
            <a:ext cx="8255" cy="27940"/>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43" name="直接连接符 2042"/>
          <p:cNvCxnSpPr/>
          <p:nvPr/>
        </p:nvCxnSpPr>
        <p:spPr>
          <a:xfrm flipH="1">
            <a:off x="2922270" y="2827020"/>
            <a:ext cx="23495" cy="40005"/>
          </a:xfrm>
          <a:prstGeom prst="line">
            <a:avLst/>
          </a:prstGeom>
          <a:ln>
            <a:solidFill>
              <a:schemeClr val="bg1">
                <a:lumMod val="50000"/>
              </a:schemeClr>
            </a:solidFill>
          </a:ln>
        </p:spPr>
        <p:style>
          <a:lnRef idx="2">
            <a:schemeClr val="accent1"/>
          </a:lnRef>
          <a:fillRef idx="0">
            <a:srgbClr val="FFFFFF"/>
          </a:fillRef>
          <a:effectRef idx="0">
            <a:srgbClr val="FFFFFF"/>
          </a:effectRef>
          <a:fontRef idx="minor">
            <a:schemeClr val="tx1"/>
          </a:fontRef>
        </p:style>
      </p:cxnSp>
      <p:cxnSp>
        <p:nvCxnSpPr>
          <p:cNvPr id="2044" name="直接连接符 2043"/>
          <p:cNvCxnSpPr/>
          <p:nvPr/>
        </p:nvCxnSpPr>
        <p:spPr>
          <a:xfrm flipH="1">
            <a:off x="3609975" y="1870075"/>
            <a:ext cx="36195" cy="31750"/>
          </a:xfrm>
          <a:prstGeom prst="line">
            <a:avLst/>
          </a:prstGeom>
          <a:ln>
            <a:solidFill>
              <a:schemeClr val="bg1">
                <a:lumMod val="65000"/>
              </a:schemeClr>
            </a:solidFill>
          </a:ln>
        </p:spPr>
        <p:style>
          <a:lnRef idx="2">
            <a:schemeClr val="accent1"/>
          </a:lnRef>
          <a:fillRef idx="0">
            <a:srgbClr val="FFFFFF"/>
          </a:fillRef>
          <a:effectRef idx="0">
            <a:srgbClr val="FFFFFF"/>
          </a:effectRef>
          <a:fontRef idx="minor">
            <a:schemeClr val="tx1"/>
          </a:fontRef>
        </p:style>
      </p:cxnSp>
      <p:sp>
        <p:nvSpPr>
          <p:cNvPr id="2045" name="文本框 2044"/>
          <p:cNvSpPr txBox="1"/>
          <p:nvPr/>
        </p:nvSpPr>
        <p:spPr>
          <a:xfrm>
            <a:off x="1788795" y="4048125"/>
            <a:ext cx="2712085" cy="368300"/>
          </a:xfrm>
          <a:prstGeom prst="rect">
            <a:avLst/>
          </a:prstGeom>
          <a:noFill/>
        </p:spPr>
        <p:txBody>
          <a:bodyPr wrap="square" rtlCol="0">
            <a:spAutoFit/>
          </a:bodyPr>
          <a:p>
            <a:r>
              <a:rPr lang="en-US" altLang="zh-CN">
                <a:latin typeface="Times New Roman" panose="02020603050405020304" pitchFamily="18" charset="0"/>
                <a:cs typeface="Times New Roman" panose="02020603050405020304" pitchFamily="18" charset="0"/>
              </a:rPr>
              <a:t>Spatial-wise Distillation</a:t>
            </a:r>
            <a:endParaRPr lang="en-US" altLang="zh-CN">
              <a:latin typeface="Times New Roman" panose="02020603050405020304" pitchFamily="18" charset="0"/>
              <a:cs typeface="Times New Roman" panose="02020603050405020304" pitchFamily="18" charset="0"/>
            </a:endParaRPr>
          </a:p>
        </p:txBody>
      </p:sp>
      <p:sp>
        <p:nvSpPr>
          <p:cNvPr id="2046" name="文本框 2045"/>
          <p:cNvSpPr txBox="1"/>
          <p:nvPr/>
        </p:nvSpPr>
        <p:spPr>
          <a:xfrm>
            <a:off x="2647315" y="1424305"/>
            <a:ext cx="727710" cy="368300"/>
          </a:xfrm>
          <a:prstGeom prst="rect">
            <a:avLst/>
          </a:prstGeom>
          <a:noFill/>
        </p:spPr>
        <p:txBody>
          <a:bodyPr wrap="square" rtlCol="0">
            <a:spAutoFit/>
          </a:bodyPr>
          <a:p>
            <a:r>
              <a:rPr lang="en-US" altLang="zh-CN">
                <a:latin typeface="Times New Roman" panose="02020603050405020304" pitchFamily="18" charset="0"/>
                <a:cs typeface="Times New Roman" panose="02020603050405020304" pitchFamily="18" charset="0"/>
              </a:rPr>
              <a:t>Teac.</a:t>
            </a:r>
            <a:endParaRPr lang="en-US" altLang="zh-CN">
              <a:latin typeface="Times New Roman" panose="02020603050405020304" pitchFamily="18" charset="0"/>
              <a:cs typeface="Times New Roman" panose="02020603050405020304" pitchFamily="18" charset="0"/>
            </a:endParaRPr>
          </a:p>
        </p:txBody>
      </p:sp>
      <p:sp>
        <p:nvSpPr>
          <p:cNvPr id="2047" name="文本框 2046"/>
          <p:cNvSpPr txBox="1"/>
          <p:nvPr/>
        </p:nvSpPr>
        <p:spPr>
          <a:xfrm>
            <a:off x="3839845" y="1455420"/>
            <a:ext cx="578485" cy="337185"/>
          </a:xfrm>
          <a:prstGeom prst="rect">
            <a:avLst/>
          </a:prstGeom>
        </p:spPr>
        <p:txBody>
          <a:bodyPr wrap="square">
            <a:spAutoFit/>
          </a:bodyPr>
          <a:p>
            <a:r>
              <a:rPr lang="en-US" altLang="zh-CN" sz="1600">
                <a:latin typeface="Times New Roman" panose="02020603050405020304" pitchFamily="18" charset="0"/>
                <a:cs typeface="Times New Roman" panose="02020603050405020304" pitchFamily="18" charset="0"/>
              </a:rPr>
              <a:t>Stud. </a:t>
            </a:r>
            <a:endParaRPr lang="en-US" altLang="zh-CN" sz="1600">
              <a:latin typeface="Times New Roman" panose="02020603050405020304" pitchFamily="18" charset="0"/>
              <a:cs typeface="Times New Roman" panose="02020603050405020304" pitchFamily="18" charset="0"/>
            </a:endParaRPr>
          </a:p>
        </p:txBody>
      </p:sp>
      <p:sp>
        <p:nvSpPr>
          <p:cNvPr id="2063" name="文本框 2062"/>
          <p:cNvSpPr txBox="1"/>
          <p:nvPr/>
        </p:nvSpPr>
        <p:spPr>
          <a:xfrm>
            <a:off x="7608570" y="1424305"/>
            <a:ext cx="727710" cy="368300"/>
          </a:xfrm>
          <a:prstGeom prst="rect">
            <a:avLst/>
          </a:prstGeom>
          <a:noFill/>
        </p:spPr>
        <p:txBody>
          <a:bodyPr wrap="square" rtlCol="0">
            <a:spAutoFit/>
          </a:bodyPr>
          <a:p>
            <a:r>
              <a:rPr lang="en-US" altLang="zh-CN">
                <a:latin typeface="Times New Roman" panose="02020603050405020304" pitchFamily="18" charset="0"/>
                <a:cs typeface="Times New Roman" panose="02020603050405020304" pitchFamily="18" charset="0"/>
              </a:rPr>
              <a:t>Teac.</a:t>
            </a:r>
            <a:endParaRPr lang="en-US" altLang="zh-CN">
              <a:latin typeface="Times New Roman" panose="02020603050405020304" pitchFamily="18" charset="0"/>
              <a:cs typeface="Times New Roman" panose="02020603050405020304" pitchFamily="18" charset="0"/>
            </a:endParaRPr>
          </a:p>
        </p:txBody>
      </p:sp>
      <p:sp>
        <p:nvSpPr>
          <p:cNvPr id="2064" name="文本框 2063"/>
          <p:cNvSpPr txBox="1"/>
          <p:nvPr/>
        </p:nvSpPr>
        <p:spPr>
          <a:xfrm>
            <a:off x="8801100" y="1455420"/>
            <a:ext cx="578485" cy="337185"/>
          </a:xfrm>
          <a:prstGeom prst="rect">
            <a:avLst/>
          </a:prstGeom>
        </p:spPr>
        <p:txBody>
          <a:bodyPr wrap="square">
            <a:spAutoFit/>
          </a:bodyPr>
          <a:p>
            <a:r>
              <a:rPr lang="en-US" altLang="zh-CN" sz="1600">
                <a:latin typeface="Times New Roman" panose="02020603050405020304" pitchFamily="18" charset="0"/>
                <a:cs typeface="Times New Roman" panose="02020603050405020304" pitchFamily="18" charset="0"/>
              </a:rPr>
              <a:t>Stud. </a:t>
            </a:r>
            <a:endParaRPr lang="en-US" altLang="zh-CN"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3" name="组合 22"/>
          <p:cNvGrpSpPr/>
          <p:nvPr/>
        </p:nvGrpSpPr>
        <p:grpSpPr>
          <a:xfrm>
            <a:off x="2289175" y="191770"/>
            <a:ext cx="8100060" cy="6263005"/>
            <a:chOff x="3605" y="302"/>
            <a:chExt cx="12756" cy="9863"/>
          </a:xfrm>
        </p:grpSpPr>
        <p:sp>
          <p:nvSpPr>
            <p:cNvPr id="94" name="文本框 93"/>
            <p:cNvSpPr txBox="1"/>
            <p:nvPr/>
          </p:nvSpPr>
          <p:spPr>
            <a:xfrm>
              <a:off x="6108" y="1871"/>
              <a:ext cx="1257"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Tea.</a:t>
              </a:r>
              <a:endParaRPr lang="en-US" altLang="zh-CN" sz="2400">
                <a:latin typeface="Times New Roman" panose="02020603050405020304" pitchFamily="18" charset="0"/>
                <a:cs typeface="Times New Roman" panose="02020603050405020304" pitchFamily="18" charset="0"/>
              </a:endParaRPr>
            </a:p>
          </p:txBody>
        </p:sp>
        <p:sp>
          <p:nvSpPr>
            <p:cNvPr id="95" name="文本框 94"/>
            <p:cNvSpPr txBox="1"/>
            <p:nvPr/>
          </p:nvSpPr>
          <p:spPr>
            <a:xfrm>
              <a:off x="6108" y="6550"/>
              <a:ext cx="1257"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Tea.</a:t>
              </a:r>
              <a:endParaRPr lang="en-US" altLang="zh-CN" sz="2400">
                <a:latin typeface="Times New Roman" panose="02020603050405020304" pitchFamily="18" charset="0"/>
                <a:cs typeface="Times New Roman" panose="02020603050405020304" pitchFamily="18" charset="0"/>
              </a:endParaRPr>
            </a:p>
          </p:txBody>
        </p:sp>
        <p:sp>
          <p:nvSpPr>
            <p:cNvPr id="96" name="文本框 95"/>
            <p:cNvSpPr txBox="1"/>
            <p:nvPr/>
          </p:nvSpPr>
          <p:spPr>
            <a:xfrm>
              <a:off x="6108" y="3926"/>
              <a:ext cx="1257"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Stu.</a:t>
              </a:r>
              <a:endParaRPr lang="en-US" altLang="zh-CN" sz="2400">
                <a:latin typeface="Times New Roman" panose="02020603050405020304" pitchFamily="18" charset="0"/>
                <a:cs typeface="Times New Roman" panose="02020603050405020304" pitchFamily="18" charset="0"/>
              </a:endParaRPr>
            </a:p>
          </p:txBody>
        </p:sp>
        <p:sp>
          <p:nvSpPr>
            <p:cNvPr id="97" name="文本框 96"/>
            <p:cNvSpPr txBox="1"/>
            <p:nvPr/>
          </p:nvSpPr>
          <p:spPr>
            <a:xfrm>
              <a:off x="6109" y="8908"/>
              <a:ext cx="1256"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Stu.</a:t>
              </a:r>
              <a:endParaRPr lang="en-US" altLang="zh-CN" sz="2400">
                <a:latin typeface="Times New Roman" panose="02020603050405020304" pitchFamily="18" charset="0"/>
                <a:cs typeface="Times New Roman" panose="02020603050405020304" pitchFamily="18" charset="0"/>
              </a:endParaRPr>
            </a:p>
          </p:txBody>
        </p:sp>
        <p:sp>
          <p:nvSpPr>
            <p:cNvPr id="102" name="文本框 101"/>
            <p:cNvSpPr txBox="1"/>
            <p:nvPr/>
          </p:nvSpPr>
          <p:spPr>
            <a:xfrm>
              <a:off x="3605" y="4530"/>
              <a:ext cx="3571"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Origin Sample</a:t>
              </a:r>
              <a:endParaRPr lang="en-US" altLang="zh-CN" sz="2400">
                <a:latin typeface="Times New Roman" panose="02020603050405020304" pitchFamily="18" charset="0"/>
                <a:cs typeface="Times New Roman" panose="02020603050405020304" pitchFamily="18" charset="0"/>
              </a:endParaRPr>
            </a:p>
          </p:txBody>
        </p:sp>
        <p:pic>
          <p:nvPicPr>
            <p:cNvPr id="105" name="图片 104" descr="modified_image_cv"/>
            <p:cNvPicPr>
              <a:picLocks noChangeAspect="1"/>
            </p:cNvPicPr>
            <p:nvPr/>
          </p:nvPicPr>
          <p:blipFill>
            <a:blip r:embed="rId1"/>
            <a:stretch>
              <a:fillRect/>
            </a:stretch>
          </p:blipFill>
          <p:spPr>
            <a:xfrm>
              <a:off x="3841" y="6940"/>
              <a:ext cx="2268" cy="2268"/>
            </a:xfrm>
            <a:prstGeom prst="rect">
              <a:avLst/>
            </a:prstGeom>
          </p:spPr>
        </p:pic>
        <p:sp>
          <p:nvSpPr>
            <p:cNvPr id="106" name="文本框 105"/>
            <p:cNvSpPr txBox="1"/>
            <p:nvPr/>
          </p:nvSpPr>
          <p:spPr>
            <a:xfrm>
              <a:off x="3611" y="9359"/>
              <a:ext cx="3015"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Our Sample*</a:t>
              </a:r>
              <a:endParaRPr lang="en-US" altLang="zh-CN" sz="2400">
                <a:latin typeface="Times New Roman" panose="02020603050405020304" pitchFamily="18" charset="0"/>
                <a:cs typeface="Times New Roman" panose="02020603050405020304" pitchFamily="18" charset="0"/>
              </a:endParaRPr>
            </a:p>
          </p:txBody>
        </p:sp>
        <p:pic>
          <p:nvPicPr>
            <p:cNvPr id="2" name="图片 1" descr="student_tensor([2663])_pri"/>
            <p:cNvPicPr>
              <a:picLocks noChangeAspect="1"/>
            </p:cNvPicPr>
            <p:nvPr/>
          </p:nvPicPr>
          <p:blipFill>
            <a:blip r:embed="rId2"/>
            <a:stretch>
              <a:fillRect/>
            </a:stretch>
          </p:blipFill>
          <p:spPr>
            <a:xfrm>
              <a:off x="3841" y="2125"/>
              <a:ext cx="2268" cy="2268"/>
            </a:xfrm>
            <a:prstGeom prst="rect">
              <a:avLst/>
            </a:prstGeom>
          </p:spPr>
        </p:pic>
        <p:sp>
          <p:nvSpPr>
            <p:cNvPr id="98" name="文本框 97"/>
            <p:cNvSpPr txBox="1"/>
            <p:nvPr/>
          </p:nvSpPr>
          <p:spPr>
            <a:xfrm>
              <a:off x="7383" y="302"/>
              <a:ext cx="1823"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Layer1</a:t>
              </a:r>
              <a:endParaRPr lang="en-US" altLang="zh-CN" sz="2400">
                <a:latin typeface="Times New Roman" panose="02020603050405020304" pitchFamily="18" charset="0"/>
                <a:cs typeface="Times New Roman" panose="02020603050405020304" pitchFamily="18" charset="0"/>
              </a:endParaRPr>
            </a:p>
          </p:txBody>
        </p:sp>
        <p:pic>
          <p:nvPicPr>
            <p:cNvPr id="3" name="图片 2" descr="student_tensor([2663])_cam_slow_res2"/>
            <p:cNvPicPr>
              <a:picLocks noChangeAspect="1"/>
            </p:cNvPicPr>
            <p:nvPr/>
          </p:nvPicPr>
          <p:blipFill>
            <a:blip r:embed="rId3"/>
            <a:stretch>
              <a:fillRect/>
            </a:stretch>
          </p:blipFill>
          <p:spPr>
            <a:xfrm>
              <a:off x="7058" y="5596"/>
              <a:ext cx="2268" cy="2268"/>
            </a:xfrm>
            <a:prstGeom prst="rect">
              <a:avLst/>
            </a:prstGeom>
          </p:spPr>
        </p:pic>
        <p:pic>
          <p:nvPicPr>
            <p:cNvPr id="9" name="图片 8" descr="teacher_tensor([2663])_cam_slow_res2"/>
            <p:cNvPicPr>
              <a:picLocks noChangeAspect="1"/>
            </p:cNvPicPr>
            <p:nvPr/>
          </p:nvPicPr>
          <p:blipFill>
            <a:blip r:embed="rId4"/>
            <a:stretch>
              <a:fillRect/>
            </a:stretch>
          </p:blipFill>
          <p:spPr>
            <a:xfrm>
              <a:off x="7058" y="3321"/>
              <a:ext cx="2268" cy="2268"/>
            </a:xfrm>
            <a:prstGeom prst="rect">
              <a:avLst/>
            </a:prstGeom>
          </p:spPr>
        </p:pic>
        <p:pic>
          <p:nvPicPr>
            <p:cNvPr id="15" name="图片 14" descr="student_tensor([2663])_cam_slow_res2"/>
            <p:cNvPicPr>
              <a:picLocks noChangeAspect="1"/>
            </p:cNvPicPr>
            <p:nvPr/>
          </p:nvPicPr>
          <p:blipFill>
            <a:blip r:embed="rId5"/>
            <a:stretch>
              <a:fillRect/>
            </a:stretch>
          </p:blipFill>
          <p:spPr>
            <a:xfrm>
              <a:off x="7058" y="7897"/>
              <a:ext cx="2268" cy="2268"/>
            </a:xfrm>
            <a:prstGeom prst="rect">
              <a:avLst/>
            </a:prstGeom>
          </p:spPr>
        </p:pic>
        <p:pic>
          <p:nvPicPr>
            <p:cNvPr id="25" name="图片 24" descr="teacher_tensor([2663])_cam_slow_res2"/>
            <p:cNvPicPr>
              <a:picLocks noChangeAspect="1"/>
            </p:cNvPicPr>
            <p:nvPr/>
          </p:nvPicPr>
          <p:blipFill>
            <a:blip r:embed="rId6"/>
            <a:stretch>
              <a:fillRect/>
            </a:stretch>
          </p:blipFill>
          <p:spPr>
            <a:xfrm>
              <a:off x="7058" y="1044"/>
              <a:ext cx="2268" cy="2268"/>
            </a:xfrm>
            <a:prstGeom prst="rect">
              <a:avLst/>
            </a:prstGeom>
          </p:spPr>
        </p:pic>
        <p:sp>
          <p:nvSpPr>
            <p:cNvPr id="99" name="文本框 98"/>
            <p:cNvSpPr txBox="1"/>
            <p:nvPr/>
          </p:nvSpPr>
          <p:spPr>
            <a:xfrm>
              <a:off x="9526" y="302"/>
              <a:ext cx="1992" cy="72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Layer2</a:t>
              </a:r>
              <a:endParaRPr lang="en-US" altLang="zh-CN" sz="2400">
                <a:latin typeface="Times New Roman" panose="02020603050405020304" pitchFamily="18" charset="0"/>
                <a:cs typeface="Times New Roman" panose="02020603050405020304" pitchFamily="18" charset="0"/>
              </a:endParaRPr>
            </a:p>
          </p:txBody>
        </p:sp>
        <p:pic>
          <p:nvPicPr>
            <p:cNvPr id="4" name="图片 3" descr="student_tensor([2663])_cam_slow_res3"/>
            <p:cNvPicPr>
              <a:picLocks noChangeAspect="1"/>
            </p:cNvPicPr>
            <p:nvPr/>
          </p:nvPicPr>
          <p:blipFill>
            <a:blip r:embed="rId7"/>
            <a:stretch>
              <a:fillRect/>
            </a:stretch>
          </p:blipFill>
          <p:spPr>
            <a:xfrm>
              <a:off x="9403" y="5612"/>
              <a:ext cx="2267" cy="2268"/>
            </a:xfrm>
            <a:prstGeom prst="rect">
              <a:avLst/>
            </a:prstGeom>
          </p:spPr>
        </p:pic>
        <p:pic>
          <p:nvPicPr>
            <p:cNvPr id="10" name="图片 9" descr="teacher_tensor([2663])_cam_slow_res3"/>
            <p:cNvPicPr>
              <a:picLocks noChangeAspect="1"/>
            </p:cNvPicPr>
            <p:nvPr/>
          </p:nvPicPr>
          <p:blipFill>
            <a:blip r:embed="rId8"/>
            <a:stretch>
              <a:fillRect/>
            </a:stretch>
          </p:blipFill>
          <p:spPr>
            <a:xfrm>
              <a:off x="9403" y="3328"/>
              <a:ext cx="2268" cy="2268"/>
            </a:xfrm>
            <a:prstGeom prst="rect">
              <a:avLst/>
            </a:prstGeom>
          </p:spPr>
        </p:pic>
        <p:pic>
          <p:nvPicPr>
            <p:cNvPr id="16" name="图片 15" descr="student_tensor([2663])_cam_slow_res3"/>
            <p:cNvPicPr>
              <a:picLocks noChangeAspect="1"/>
            </p:cNvPicPr>
            <p:nvPr/>
          </p:nvPicPr>
          <p:blipFill>
            <a:blip r:embed="rId9"/>
            <a:stretch>
              <a:fillRect/>
            </a:stretch>
          </p:blipFill>
          <p:spPr>
            <a:xfrm>
              <a:off x="9403" y="7897"/>
              <a:ext cx="2268" cy="2268"/>
            </a:xfrm>
            <a:prstGeom prst="rect">
              <a:avLst/>
            </a:prstGeom>
          </p:spPr>
        </p:pic>
        <p:pic>
          <p:nvPicPr>
            <p:cNvPr id="29" name="图片 28" descr="teacher_tensor([2663])_cam_slow_res3"/>
            <p:cNvPicPr>
              <a:picLocks noChangeAspect="1"/>
            </p:cNvPicPr>
            <p:nvPr/>
          </p:nvPicPr>
          <p:blipFill>
            <a:blip r:embed="rId10"/>
            <a:stretch>
              <a:fillRect/>
            </a:stretch>
          </p:blipFill>
          <p:spPr>
            <a:xfrm>
              <a:off x="9403" y="1044"/>
              <a:ext cx="2268" cy="2268"/>
            </a:xfrm>
            <a:prstGeom prst="rect">
              <a:avLst/>
            </a:prstGeom>
          </p:spPr>
        </p:pic>
        <p:grpSp>
          <p:nvGrpSpPr>
            <p:cNvPr id="45" name="组合 44"/>
            <p:cNvGrpSpPr/>
            <p:nvPr/>
          </p:nvGrpSpPr>
          <p:grpSpPr>
            <a:xfrm rot="0">
              <a:off x="11748" y="302"/>
              <a:ext cx="2268" cy="9863"/>
              <a:chOff x="12001" y="286"/>
              <a:chExt cx="2268" cy="9863"/>
            </a:xfrm>
          </p:grpSpPr>
          <p:sp>
            <p:nvSpPr>
              <p:cNvPr id="100" name="文本框 99"/>
              <p:cNvSpPr txBox="1"/>
              <p:nvPr/>
            </p:nvSpPr>
            <p:spPr>
              <a:xfrm>
                <a:off x="12139" y="286"/>
                <a:ext cx="1992" cy="72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Layer3</a:t>
                </a:r>
                <a:endParaRPr lang="en-US" altLang="zh-CN" sz="2400">
                  <a:latin typeface="Times New Roman" panose="02020603050405020304" pitchFamily="18" charset="0"/>
                  <a:cs typeface="Times New Roman" panose="02020603050405020304" pitchFamily="18" charset="0"/>
                </a:endParaRPr>
              </a:p>
            </p:txBody>
          </p:sp>
          <p:pic>
            <p:nvPicPr>
              <p:cNvPr id="5" name="图片 4" descr="student_tensor([2663])_cam_slow_res4"/>
              <p:cNvPicPr>
                <a:picLocks noChangeAspect="1"/>
              </p:cNvPicPr>
              <p:nvPr/>
            </p:nvPicPr>
            <p:blipFill>
              <a:blip r:embed="rId11"/>
              <a:stretch>
                <a:fillRect/>
              </a:stretch>
            </p:blipFill>
            <p:spPr>
              <a:xfrm>
                <a:off x="12001" y="5596"/>
                <a:ext cx="2267" cy="2268"/>
              </a:xfrm>
              <a:prstGeom prst="rect">
                <a:avLst/>
              </a:prstGeom>
            </p:spPr>
          </p:pic>
          <p:pic>
            <p:nvPicPr>
              <p:cNvPr id="13" name="图片 12" descr="teacher_tensor([2663])_cam_slow_res4"/>
              <p:cNvPicPr>
                <a:picLocks noChangeAspect="1"/>
              </p:cNvPicPr>
              <p:nvPr/>
            </p:nvPicPr>
            <p:blipFill>
              <a:blip r:embed="rId12"/>
              <a:stretch>
                <a:fillRect/>
              </a:stretch>
            </p:blipFill>
            <p:spPr>
              <a:xfrm>
                <a:off x="12001" y="1028"/>
                <a:ext cx="2268" cy="2268"/>
              </a:xfrm>
              <a:prstGeom prst="rect">
                <a:avLst/>
              </a:prstGeom>
            </p:spPr>
          </p:pic>
          <p:pic>
            <p:nvPicPr>
              <p:cNvPr id="17" name="图片 16" descr="student_tensor([2663])_cam_slow_res4"/>
              <p:cNvPicPr>
                <a:picLocks noChangeAspect="1"/>
              </p:cNvPicPr>
              <p:nvPr/>
            </p:nvPicPr>
            <p:blipFill>
              <a:blip r:embed="rId13"/>
              <a:stretch>
                <a:fillRect/>
              </a:stretch>
            </p:blipFill>
            <p:spPr>
              <a:xfrm>
                <a:off x="12001" y="7881"/>
                <a:ext cx="2268" cy="2268"/>
              </a:xfrm>
              <a:prstGeom prst="rect">
                <a:avLst/>
              </a:prstGeom>
            </p:spPr>
          </p:pic>
          <p:pic>
            <p:nvPicPr>
              <p:cNvPr id="30" name="图片 29" descr="teacher_tensor([2663])_cam_slow_res4"/>
              <p:cNvPicPr>
                <a:picLocks noChangeAspect="1"/>
              </p:cNvPicPr>
              <p:nvPr/>
            </p:nvPicPr>
            <p:blipFill>
              <a:blip r:embed="rId14"/>
              <a:stretch>
                <a:fillRect/>
              </a:stretch>
            </p:blipFill>
            <p:spPr>
              <a:xfrm>
                <a:off x="12001" y="3312"/>
                <a:ext cx="2268" cy="2268"/>
              </a:xfrm>
              <a:prstGeom prst="rect">
                <a:avLst/>
              </a:prstGeom>
            </p:spPr>
          </p:pic>
        </p:grpSp>
        <p:grpSp>
          <p:nvGrpSpPr>
            <p:cNvPr id="44" name="组合 43"/>
            <p:cNvGrpSpPr/>
            <p:nvPr/>
          </p:nvGrpSpPr>
          <p:grpSpPr>
            <a:xfrm rot="0">
              <a:off x="14093" y="303"/>
              <a:ext cx="2268" cy="9862"/>
              <a:chOff x="14944" y="287"/>
              <a:chExt cx="2268" cy="9862"/>
            </a:xfrm>
          </p:grpSpPr>
          <p:sp>
            <p:nvSpPr>
              <p:cNvPr id="101" name="文本框 100"/>
              <p:cNvSpPr txBox="1"/>
              <p:nvPr/>
            </p:nvSpPr>
            <p:spPr>
              <a:xfrm>
                <a:off x="15071" y="287"/>
                <a:ext cx="1992" cy="72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Layer4</a:t>
                </a:r>
                <a:endParaRPr lang="en-US" altLang="zh-CN" sz="2400">
                  <a:latin typeface="Times New Roman" panose="02020603050405020304" pitchFamily="18" charset="0"/>
                  <a:cs typeface="Times New Roman" panose="02020603050405020304" pitchFamily="18" charset="0"/>
                </a:endParaRPr>
              </a:p>
            </p:txBody>
          </p:sp>
          <p:pic>
            <p:nvPicPr>
              <p:cNvPr id="8" name="图片 7" descr="student_tensor([2663])_cam_slow_res5"/>
              <p:cNvPicPr>
                <a:picLocks noChangeAspect="1"/>
              </p:cNvPicPr>
              <p:nvPr/>
            </p:nvPicPr>
            <p:blipFill>
              <a:blip r:embed="rId15"/>
              <a:stretch>
                <a:fillRect/>
              </a:stretch>
            </p:blipFill>
            <p:spPr>
              <a:xfrm>
                <a:off x="14944" y="5596"/>
                <a:ext cx="2267" cy="2268"/>
              </a:xfrm>
              <a:prstGeom prst="rect">
                <a:avLst/>
              </a:prstGeom>
            </p:spPr>
          </p:pic>
          <p:pic>
            <p:nvPicPr>
              <p:cNvPr id="14" name="图片 13" descr="teacher_tensor([2663])_cam_slow_res5"/>
              <p:cNvPicPr>
                <a:picLocks noChangeAspect="1"/>
              </p:cNvPicPr>
              <p:nvPr/>
            </p:nvPicPr>
            <p:blipFill>
              <a:blip r:embed="rId16"/>
              <a:stretch>
                <a:fillRect/>
              </a:stretch>
            </p:blipFill>
            <p:spPr>
              <a:xfrm>
                <a:off x="14944" y="1028"/>
                <a:ext cx="2268" cy="2268"/>
              </a:xfrm>
              <a:prstGeom prst="rect">
                <a:avLst/>
              </a:prstGeom>
            </p:spPr>
          </p:pic>
          <p:pic>
            <p:nvPicPr>
              <p:cNvPr id="21" name="图片 20" descr="student_tensor([2663])_cam_slow_res5"/>
              <p:cNvPicPr>
                <a:picLocks noChangeAspect="1"/>
              </p:cNvPicPr>
              <p:nvPr/>
            </p:nvPicPr>
            <p:blipFill>
              <a:blip r:embed="rId17"/>
              <a:stretch>
                <a:fillRect/>
              </a:stretch>
            </p:blipFill>
            <p:spPr>
              <a:xfrm>
                <a:off x="14944" y="7881"/>
                <a:ext cx="2268" cy="2268"/>
              </a:xfrm>
              <a:prstGeom prst="rect">
                <a:avLst/>
              </a:prstGeom>
            </p:spPr>
          </p:pic>
          <p:pic>
            <p:nvPicPr>
              <p:cNvPr id="31" name="图片 30" descr="teacher_tensor([2663])_cam_slow_res5"/>
              <p:cNvPicPr>
                <a:picLocks noChangeAspect="1"/>
              </p:cNvPicPr>
              <p:nvPr/>
            </p:nvPicPr>
            <p:blipFill>
              <a:blip r:embed="rId18"/>
              <a:stretch>
                <a:fillRect/>
              </a:stretch>
            </p:blipFill>
            <p:spPr>
              <a:xfrm>
                <a:off x="14944" y="3312"/>
                <a:ext cx="2268" cy="2268"/>
              </a:xfrm>
              <a:prstGeom prst="rect">
                <a:avLst/>
              </a:prstGeom>
            </p:spPr>
          </p:pic>
        </p:grpSp>
        <p:sp>
          <p:nvSpPr>
            <p:cNvPr id="41" name="椭圆 40"/>
            <p:cNvSpPr/>
            <p:nvPr>
              <p:custDataLst>
                <p:tags r:id="rId19"/>
              </p:custDataLst>
            </p:nvPr>
          </p:nvSpPr>
          <p:spPr>
            <a:xfrm>
              <a:off x="10771" y="5949"/>
              <a:ext cx="899" cy="796"/>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椭圆 6"/>
            <p:cNvSpPr/>
            <p:nvPr>
              <p:custDataLst>
                <p:tags r:id="rId20"/>
              </p:custDataLst>
            </p:nvPr>
          </p:nvSpPr>
          <p:spPr>
            <a:xfrm>
              <a:off x="10619" y="8202"/>
              <a:ext cx="899" cy="796"/>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椭圆 10"/>
            <p:cNvSpPr/>
            <p:nvPr>
              <p:custDataLst>
                <p:tags r:id="rId21"/>
              </p:custDataLst>
            </p:nvPr>
          </p:nvSpPr>
          <p:spPr>
            <a:xfrm>
              <a:off x="7058" y="5612"/>
              <a:ext cx="2267" cy="796"/>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椭圆 11"/>
            <p:cNvSpPr/>
            <p:nvPr>
              <p:custDataLst>
                <p:tags r:id="rId22"/>
              </p:custDataLst>
            </p:nvPr>
          </p:nvSpPr>
          <p:spPr>
            <a:xfrm>
              <a:off x="7085" y="7897"/>
              <a:ext cx="2267" cy="796"/>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椭圆 38"/>
            <p:cNvSpPr/>
            <p:nvPr>
              <p:custDataLst>
                <p:tags r:id="rId23"/>
              </p:custDataLst>
            </p:nvPr>
          </p:nvSpPr>
          <p:spPr>
            <a:xfrm>
              <a:off x="11886" y="6072"/>
              <a:ext cx="660" cy="790"/>
            </a:xfrm>
            <a:prstGeom prst="ellipse">
              <a:avLst/>
            </a:prstGeom>
            <a:noFill/>
            <a:ln w="25400">
              <a:solidFill>
                <a:schemeClr val="accent3"/>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椭圆 17"/>
            <p:cNvSpPr/>
            <p:nvPr>
              <p:custDataLst>
                <p:tags r:id="rId24"/>
              </p:custDataLst>
            </p:nvPr>
          </p:nvSpPr>
          <p:spPr>
            <a:xfrm>
              <a:off x="11823" y="8405"/>
              <a:ext cx="660" cy="790"/>
            </a:xfrm>
            <a:prstGeom prst="ellipse">
              <a:avLst/>
            </a:prstGeom>
            <a:noFill/>
            <a:ln w="25400">
              <a:solidFill>
                <a:schemeClr val="accent3"/>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椭圆 18"/>
            <p:cNvSpPr/>
            <p:nvPr>
              <p:custDataLst>
                <p:tags r:id="rId25"/>
              </p:custDataLst>
            </p:nvPr>
          </p:nvSpPr>
          <p:spPr>
            <a:xfrm>
              <a:off x="12903" y="6272"/>
              <a:ext cx="660" cy="790"/>
            </a:xfrm>
            <a:prstGeom prst="ellipse">
              <a:avLst/>
            </a:prstGeom>
            <a:noFill/>
            <a:ln w="25400">
              <a:solidFill>
                <a:schemeClr val="accent3"/>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椭圆 19"/>
            <p:cNvSpPr/>
            <p:nvPr>
              <p:custDataLst>
                <p:tags r:id="rId26"/>
              </p:custDataLst>
            </p:nvPr>
          </p:nvSpPr>
          <p:spPr>
            <a:xfrm>
              <a:off x="12785" y="8636"/>
              <a:ext cx="660" cy="790"/>
            </a:xfrm>
            <a:prstGeom prst="ellipse">
              <a:avLst/>
            </a:prstGeom>
            <a:noFill/>
            <a:ln w="25400">
              <a:solidFill>
                <a:schemeClr val="accent3"/>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组合 3"/>
          <p:cNvGrpSpPr/>
          <p:nvPr/>
        </p:nvGrpSpPr>
        <p:grpSpPr>
          <a:xfrm>
            <a:off x="2115820" y="191770"/>
            <a:ext cx="8310880" cy="6416040"/>
            <a:chOff x="3332" y="302"/>
            <a:chExt cx="13088" cy="10104"/>
          </a:xfrm>
        </p:grpSpPr>
        <p:sp>
          <p:nvSpPr>
            <p:cNvPr id="94" name="文本框 93"/>
            <p:cNvSpPr txBox="1"/>
            <p:nvPr/>
          </p:nvSpPr>
          <p:spPr>
            <a:xfrm>
              <a:off x="6068" y="1871"/>
              <a:ext cx="1257"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Tea.</a:t>
              </a:r>
              <a:endParaRPr lang="en-US" altLang="zh-CN" sz="2400">
                <a:latin typeface="Times New Roman" panose="02020603050405020304" pitchFamily="18" charset="0"/>
                <a:cs typeface="Times New Roman" panose="02020603050405020304" pitchFamily="18" charset="0"/>
              </a:endParaRPr>
            </a:p>
          </p:txBody>
        </p:sp>
        <p:sp>
          <p:nvSpPr>
            <p:cNvPr id="95" name="文本框 94"/>
            <p:cNvSpPr txBox="1"/>
            <p:nvPr/>
          </p:nvSpPr>
          <p:spPr>
            <a:xfrm>
              <a:off x="6068" y="6550"/>
              <a:ext cx="1257"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Tea.</a:t>
              </a:r>
              <a:endParaRPr lang="en-US" altLang="zh-CN" sz="2400">
                <a:latin typeface="Times New Roman" panose="02020603050405020304" pitchFamily="18" charset="0"/>
                <a:cs typeface="Times New Roman" panose="02020603050405020304" pitchFamily="18" charset="0"/>
              </a:endParaRPr>
            </a:p>
          </p:txBody>
        </p:sp>
        <p:sp>
          <p:nvSpPr>
            <p:cNvPr id="96" name="文本框 95"/>
            <p:cNvSpPr txBox="1"/>
            <p:nvPr/>
          </p:nvSpPr>
          <p:spPr>
            <a:xfrm>
              <a:off x="6068" y="3926"/>
              <a:ext cx="1257"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Stu.</a:t>
              </a:r>
              <a:endParaRPr lang="en-US" altLang="zh-CN" sz="2400">
                <a:latin typeface="Times New Roman" panose="02020603050405020304" pitchFamily="18" charset="0"/>
                <a:cs typeface="Times New Roman" panose="02020603050405020304" pitchFamily="18" charset="0"/>
              </a:endParaRPr>
            </a:p>
          </p:txBody>
        </p:sp>
        <p:sp>
          <p:nvSpPr>
            <p:cNvPr id="97" name="文本框 96"/>
            <p:cNvSpPr txBox="1"/>
            <p:nvPr/>
          </p:nvSpPr>
          <p:spPr>
            <a:xfrm>
              <a:off x="6069" y="8908"/>
              <a:ext cx="1256"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Stu.</a:t>
              </a:r>
              <a:endParaRPr lang="en-US" altLang="zh-CN" sz="2400">
                <a:latin typeface="Times New Roman" panose="02020603050405020304" pitchFamily="18" charset="0"/>
                <a:cs typeface="Times New Roman" panose="02020603050405020304" pitchFamily="18" charset="0"/>
              </a:endParaRPr>
            </a:p>
          </p:txBody>
        </p:sp>
        <p:sp>
          <p:nvSpPr>
            <p:cNvPr id="102" name="文本框 101"/>
            <p:cNvSpPr txBox="1"/>
            <p:nvPr/>
          </p:nvSpPr>
          <p:spPr>
            <a:xfrm>
              <a:off x="3332" y="4750"/>
              <a:ext cx="3286"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Origin Sample</a:t>
              </a:r>
              <a:endParaRPr lang="en-US" altLang="zh-CN" sz="2400">
                <a:latin typeface="Times New Roman" panose="02020603050405020304" pitchFamily="18" charset="0"/>
                <a:cs typeface="Times New Roman" panose="02020603050405020304" pitchFamily="18" charset="0"/>
              </a:endParaRPr>
            </a:p>
          </p:txBody>
        </p:sp>
        <p:sp>
          <p:nvSpPr>
            <p:cNvPr id="106" name="文本框 105"/>
            <p:cNvSpPr txBox="1"/>
            <p:nvPr/>
          </p:nvSpPr>
          <p:spPr>
            <a:xfrm>
              <a:off x="3474" y="9190"/>
              <a:ext cx="2888"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Our Sample*</a:t>
              </a:r>
              <a:endParaRPr lang="en-US" altLang="zh-CN" sz="2400">
                <a:latin typeface="Times New Roman" panose="02020603050405020304" pitchFamily="18" charset="0"/>
                <a:cs typeface="Times New Roman" panose="02020603050405020304" pitchFamily="18" charset="0"/>
              </a:endParaRPr>
            </a:p>
          </p:txBody>
        </p:sp>
        <p:sp>
          <p:nvSpPr>
            <p:cNvPr id="98" name="文本框 97"/>
            <p:cNvSpPr txBox="1"/>
            <p:nvPr/>
          </p:nvSpPr>
          <p:spPr>
            <a:xfrm>
              <a:off x="7383" y="302"/>
              <a:ext cx="1823"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Layer1</a:t>
              </a:r>
              <a:endParaRPr lang="en-US" altLang="zh-CN" sz="2400">
                <a:latin typeface="Times New Roman" panose="02020603050405020304" pitchFamily="18" charset="0"/>
                <a:cs typeface="Times New Roman" panose="02020603050405020304" pitchFamily="18" charset="0"/>
              </a:endParaRPr>
            </a:p>
          </p:txBody>
        </p:sp>
        <p:sp>
          <p:nvSpPr>
            <p:cNvPr id="99" name="文本框 98"/>
            <p:cNvSpPr txBox="1"/>
            <p:nvPr/>
          </p:nvSpPr>
          <p:spPr>
            <a:xfrm>
              <a:off x="9526" y="302"/>
              <a:ext cx="1992" cy="72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Layer2</a:t>
              </a:r>
              <a:endParaRPr lang="en-US" altLang="zh-CN" sz="2400">
                <a:latin typeface="Times New Roman" panose="02020603050405020304" pitchFamily="18" charset="0"/>
                <a:cs typeface="Times New Roman" panose="02020603050405020304" pitchFamily="18" charset="0"/>
              </a:endParaRPr>
            </a:p>
          </p:txBody>
        </p:sp>
        <p:sp>
          <p:nvSpPr>
            <p:cNvPr id="100" name="文本框 99"/>
            <p:cNvSpPr txBox="1"/>
            <p:nvPr/>
          </p:nvSpPr>
          <p:spPr>
            <a:xfrm>
              <a:off x="11886" y="302"/>
              <a:ext cx="1992" cy="72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Layer3</a:t>
              </a:r>
              <a:endParaRPr lang="en-US" altLang="zh-CN" sz="2400">
                <a:latin typeface="Times New Roman" panose="02020603050405020304" pitchFamily="18" charset="0"/>
                <a:cs typeface="Times New Roman" panose="02020603050405020304" pitchFamily="18" charset="0"/>
              </a:endParaRPr>
            </a:p>
          </p:txBody>
        </p:sp>
        <p:sp>
          <p:nvSpPr>
            <p:cNvPr id="101" name="文本框 100"/>
            <p:cNvSpPr txBox="1"/>
            <p:nvPr/>
          </p:nvSpPr>
          <p:spPr>
            <a:xfrm>
              <a:off x="14220" y="303"/>
              <a:ext cx="1992" cy="72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Layer4</a:t>
              </a:r>
              <a:endParaRPr lang="en-US" altLang="zh-CN" sz="2400">
                <a:latin typeface="Times New Roman" panose="02020603050405020304" pitchFamily="18" charset="0"/>
                <a:cs typeface="Times New Roman" panose="02020603050405020304" pitchFamily="18" charset="0"/>
              </a:endParaRPr>
            </a:p>
          </p:txBody>
        </p:sp>
        <p:pic>
          <p:nvPicPr>
            <p:cNvPr id="35" name="图片 34" descr="student_tensor([1066])_pri"/>
            <p:cNvPicPr>
              <a:picLocks noChangeAspect="1"/>
            </p:cNvPicPr>
            <p:nvPr/>
          </p:nvPicPr>
          <p:blipFill>
            <a:blip r:embed="rId1"/>
            <a:stretch>
              <a:fillRect/>
            </a:stretch>
          </p:blipFill>
          <p:spPr>
            <a:xfrm>
              <a:off x="3792" y="2063"/>
              <a:ext cx="2268" cy="2268"/>
            </a:xfrm>
            <a:prstGeom prst="rect">
              <a:avLst/>
            </a:prstGeom>
          </p:spPr>
        </p:pic>
        <p:pic>
          <p:nvPicPr>
            <p:cNvPr id="37" name="图片 36" descr="teacher_tensor([1066])_cam_slow_res2"/>
            <p:cNvPicPr>
              <a:picLocks noChangeAspect="1"/>
            </p:cNvPicPr>
            <p:nvPr/>
          </p:nvPicPr>
          <p:blipFill>
            <a:blip r:embed="rId2"/>
            <a:stretch>
              <a:fillRect/>
            </a:stretch>
          </p:blipFill>
          <p:spPr>
            <a:xfrm>
              <a:off x="7015" y="1130"/>
              <a:ext cx="2268" cy="2268"/>
            </a:xfrm>
            <a:prstGeom prst="rect">
              <a:avLst/>
            </a:prstGeom>
          </p:spPr>
        </p:pic>
        <p:pic>
          <p:nvPicPr>
            <p:cNvPr id="39" name="图片 38" descr="teacher_tensor([1066])_cam_slow_res2"/>
            <p:cNvPicPr>
              <a:picLocks noChangeAspect="1"/>
            </p:cNvPicPr>
            <p:nvPr/>
          </p:nvPicPr>
          <p:blipFill>
            <a:blip r:embed="rId3"/>
            <a:stretch>
              <a:fillRect/>
            </a:stretch>
          </p:blipFill>
          <p:spPr>
            <a:xfrm>
              <a:off x="7015" y="3466"/>
              <a:ext cx="2268" cy="2268"/>
            </a:xfrm>
            <a:prstGeom prst="rect">
              <a:avLst/>
            </a:prstGeom>
          </p:spPr>
        </p:pic>
        <p:grpSp>
          <p:nvGrpSpPr>
            <p:cNvPr id="64" name="组合 63"/>
            <p:cNvGrpSpPr/>
            <p:nvPr/>
          </p:nvGrpSpPr>
          <p:grpSpPr>
            <a:xfrm rot="0">
              <a:off x="7015" y="5802"/>
              <a:ext cx="2268" cy="2268"/>
              <a:chOff x="6938" y="6000"/>
              <a:chExt cx="2268" cy="2268"/>
            </a:xfrm>
          </p:grpSpPr>
          <p:pic>
            <p:nvPicPr>
              <p:cNvPr id="38" name="图片 37" descr="student_tensor([1066])_cam_slow_res2"/>
              <p:cNvPicPr>
                <a:picLocks noChangeAspect="1"/>
              </p:cNvPicPr>
              <p:nvPr/>
            </p:nvPicPr>
            <p:blipFill>
              <a:blip r:embed="rId4"/>
              <a:stretch>
                <a:fillRect/>
              </a:stretch>
            </p:blipFill>
            <p:spPr>
              <a:xfrm>
                <a:off x="6938" y="6000"/>
                <a:ext cx="2268" cy="2268"/>
              </a:xfrm>
              <a:prstGeom prst="rect">
                <a:avLst/>
              </a:prstGeom>
            </p:spPr>
          </p:pic>
          <p:sp>
            <p:nvSpPr>
              <p:cNvPr id="40" name="椭圆 39"/>
              <p:cNvSpPr/>
              <p:nvPr>
                <p:custDataLst>
                  <p:tags r:id="rId5"/>
                </p:custDataLst>
              </p:nvPr>
            </p:nvSpPr>
            <p:spPr>
              <a:xfrm>
                <a:off x="6939" y="6032"/>
                <a:ext cx="2267" cy="796"/>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69" name="组合 68"/>
            <p:cNvGrpSpPr/>
            <p:nvPr/>
          </p:nvGrpSpPr>
          <p:grpSpPr>
            <a:xfrm rot="0">
              <a:off x="7015" y="8138"/>
              <a:ext cx="2268" cy="2268"/>
              <a:chOff x="6938" y="8346"/>
              <a:chExt cx="2268" cy="2268"/>
            </a:xfrm>
          </p:grpSpPr>
          <p:pic>
            <p:nvPicPr>
              <p:cNvPr id="36" name="图片 35" descr="student_tensor([1066])_cam_slow_res2"/>
              <p:cNvPicPr>
                <a:picLocks noChangeAspect="1"/>
              </p:cNvPicPr>
              <p:nvPr/>
            </p:nvPicPr>
            <p:blipFill>
              <a:blip r:embed="rId6"/>
              <a:stretch>
                <a:fillRect/>
              </a:stretch>
            </p:blipFill>
            <p:spPr>
              <a:xfrm>
                <a:off x="6938" y="8346"/>
                <a:ext cx="2268" cy="2268"/>
              </a:xfrm>
              <a:prstGeom prst="rect">
                <a:avLst/>
              </a:prstGeom>
            </p:spPr>
          </p:pic>
          <p:sp>
            <p:nvSpPr>
              <p:cNvPr id="41" name="椭圆 40"/>
              <p:cNvSpPr/>
              <p:nvPr>
                <p:custDataLst>
                  <p:tags r:id="rId7"/>
                </p:custDataLst>
              </p:nvPr>
            </p:nvSpPr>
            <p:spPr>
              <a:xfrm>
                <a:off x="6938" y="8357"/>
                <a:ext cx="2267" cy="796"/>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pic>
          <p:nvPicPr>
            <p:cNvPr id="46" name="图片 45" descr="student_tensor([1066])_cam_slow_res5"/>
            <p:cNvPicPr>
              <a:picLocks noChangeAspect="1"/>
            </p:cNvPicPr>
            <p:nvPr/>
          </p:nvPicPr>
          <p:blipFill>
            <a:blip r:embed="rId8"/>
            <a:stretch>
              <a:fillRect/>
            </a:stretch>
          </p:blipFill>
          <p:spPr>
            <a:xfrm>
              <a:off x="14152" y="8138"/>
              <a:ext cx="2268" cy="2268"/>
            </a:xfrm>
            <a:prstGeom prst="rect">
              <a:avLst/>
            </a:prstGeom>
          </p:spPr>
        </p:pic>
        <p:pic>
          <p:nvPicPr>
            <p:cNvPr id="47" name="图片 46" descr="teacher_tensor([1066])_cam_slow_res5"/>
            <p:cNvPicPr>
              <a:picLocks noChangeAspect="1"/>
            </p:cNvPicPr>
            <p:nvPr/>
          </p:nvPicPr>
          <p:blipFill>
            <a:blip r:embed="rId9"/>
            <a:stretch>
              <a:fillRect/>
            </a:stretch>
          </p:blipFill>
          <p:spPr>
            <a:xfrm>
              <a:off x="14152" y="5802"/>
              <a:ext cx="2268" cy="2268"/>
            </a:xfrm>
            <a:prstGeom prst="rect">
              <a:avLst/>
            </a:prstGeom>
          </p:spPr>
        </p:pic>
        <p:pic>
          <p:nvPicPr>
            <p:cNvPr id="48" name="图片 47" descr="student_tensor([1066])_cam_slow_res5"/>
            <p:cNvPicPr>
              <a:picLocks noChangeAspect="1"/>
            </p:cNvPicPr>
            <p:nvPr/>
          </p:nvPicPr>
          <p:blipFill>
            <a:blip r:embed="rId10"/>
            <a:stretch>
              <a:fillRect/>
            </a:stretch>
          </p:blipFill>
          <p:spPr>
            <a:xfrm>
              <a:off x="14152" y="1130"/>
              <a:ext cx="2268" cy="2268"/>
            </a:xfrm>
            <a:prstGeom prst="rect">
              <a:avLst/>
            </a:prstGeom>
          </p:spPr>
        </p:pic>
        <p:pic>
          <p:nvPicPr>
            <p:cNvPr id="49" name="图片 48" descr="teacher_tensor([1066])_cam_slow_res5"/>
            <p:cNvPicPr>
              <a:picLocks noChangeAspect="1"/>
            </p:cNvPicPr>
            <p:nvPr/>
          </p:nvPicPr>
          <p:blipFill>
            <a:blip r:embed="rId11"/>
            <a:stretch>
              <a:fillRect/>
            </a:stretch>
          </p:blipFill>
          <p:spPr>
            <a:xfrm>
              <a:off x="14152" y="3466"/>
              <a:ext cx="2268" cy="2268"/>
            </a:xfrm>
            <a:prstGeom prst="rect">
              <a:avLst/>
            </a:prstGeom>
          </p:spPr>
        </p:pic>
        <p:pic>
          <p:nvPicPr>
            <p:cNvPr id="50" name="图片 49" descr="student_tensor([1066])_cam_slow_res4"/>
            <p:cNvPicPr>
              <a:picLocks noChangeAspect="1"/>
            </p:cNvPicPr>
            <p:nvPr/>
          </p:nvPicPr>
          <p:blipFill>
            <a:blip r:embed="rId12"/>
            <a:stretch>
              <a:fillRect/>
            </a:stretch>
          </p:blipFill>
          <p:spPr>
            <a:xfrm>
              <a:off x="11773" y="3466"/>
              <a:ext cx="2268" cy="2268"/>
            </a:xfrm>
            <a:prstGeom prst="rect">
              <a:avLst/>
            </a:prstGeom>
          </p:spPr>
        </p:pic>
        <p:pic>
          <p:nvPicPr>
            <p:cNvPr id="52" name="图片 51" descr="student_tensor([1066])_cam_slow_res4"/>
            <p:cNvPicPr>
              <a:picLocks noChangeAspect="1"/>
            </p:cNvPicPr>
            <p:nvPr/>
          </p:nvPicPr>
          <p:blipFill>
            <a:blip r:embed="rId13"/>
            <a:stretch>
              <a:fillRect/>
            </a:stretch>
          </p:blipFill>
          <p:spPr>
            <a:xfrm>
              <a:off x="11773" y="1130"/>
              <a:ext cx="2268" cy="2268"/>
            </a:xfrm>
            <a:prstGeom prst="rect">
              <a:avLst/>
            </a:prstGeom>
          </p:spPr>
        </p:pic>
        <p:grpSp>
          <p:nvGrpSpPr>
            <p:cNvPr id="66" name="组合 65"/>
            <p:cNvGrpSpPr/>
            <p:nvPr/>
          </p:nvGrpSpPr>
          <p:grpSpPr>
            <a:xfrm rot="0">
              <a:off x="11773" y="5802"/>
              <a:ext cx="2268" cy="2268"/>
              <a:chOff x="11741" y="5956"/>
              <a:chExt cx="2268" cy="2268"/>
            </a:xfrm>
          </p:grpSpPr>
          <p:pic>
            <p:nvPicPr>
              <p:cNvPr id="51" name="图片 50" descr="teacher_tensor([1066])_cam_slow_res4"/>
              <p:cNvPicPr>
                <a:picLocks noChangeAspect="1"/>
              </p:cNvPicPr>
              <p:nvPr/>
            </p:nvPicPr>
            <p:blipFill>
              <a:blip r:embed="rId14"/>
              <a:stretch>
                <a:fillRect/>
              </a:stretch>
            </p:blipFill>
            <p:spPr>
              <a:xfrm>
                <a:off x="11741" y="5956"/>
                <a:ext cx="2268" cy="2268"/>
              </a:xfrm>
              <a:prstGeom prst="rect">
                <a:avLst/>
              </a:prstGeom>
            </p:spPr>
          </p:pic>
          <p:sp>
            <p:nvSpPr>
              <p:cNvPr id="54" name="椭圆 53"/>
              <p:cNvSpPr/>
              <p:nvPr>
                <p:custDataLst>
                  <p:tags r:id="rId15"/>
                </p:custDataLst>
              </p:nvPr>
            </p:nvSpPr>
            <p:spPr>
              <a:xfrm>
                <a:off x="12259" y="6958"/>
                <a:ext cx="1620" cy="1058"/>
              </a:xfrm>
              <a:prstGeom prst="ellipse">
                <a:avLst/>
              </a:prstGeom>
              <a:noFill/>
              <a:ln w="25400">
                <a:solidFill>
                  <a:schemeClr val="accent3"/>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67" name="组合 66"/>
            <p:cNvGrpSpPr/>
            <p:nvPr/>
          </p:nvGrpSpPr>
          <p:grpSpPr>
            <a:xfrm rot="0">
              <a:off x="11773" y="8138"/>
              <a:ext cx="2268" cy="2268"/>
              <a:chOff x="11735" y="8311"/>
              <a:chExt cx="2268" cy="2268"/>
            </a:xfrm>
          </p:grpSpPr>
          <p:pic>
            <p:nvPicPr>
              <p:cNvPr id="53" name="图片 52" descr="teacher_tensor([1066])_cam_slow_res4"/>
              <p:cNvPicPr>
                <a:picLocks noChangeAspect="1"/>
              </p:cNvPicPr>
              <p:nvPr/>
            </p:nvPicPr>
            <p:blipFill>
              <a:blip r:embed="rId16"/>
              <a:stretch>
                <a:fillRect/>
              </a:stretch>
            </p:blipFill>
            <p:spPr>
              <a:xfrm>
                <a:off x="11735" y="8311"/>
                <a:ext cx="2268" cy="2268"/>
              </a:xfrm>
              <a:prstGeom prst="rect">
                <a:avLst/>
              </a:prstGeom>
            </p:spPr>
          </p:pic>
          <p:sp>
            <p:nvSpPr>
              <p:cNvPr id="55" name="椭圆 54"/>
              <p:cNvSpPr/>
              <p:nvPr>
                <p:custDataLst>
                  <p:tags r:id="rId17"/>
                </p:custDataLst>
              </p:nvPr>
            </p:nvSpPr>
            <p:spPr>
              <a:xfrm>
                <a:off x="12259" y="9345"/>
                <a:ext cx="1394" cy="1092"/>
              </a:xfrm>
              <a:prstGeom prst="ellipse">
                <a:avLst/>
              </a:prstGeom>
              <a:noFill/>
              <a:ln w="25400">
                <a:solidFill>
                  <a:schemeClr val="accent3"/>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pic>
          <p:nvPicPr>
            <p:cNvPr id="57" name="图片 56" descr="teacher_tensor([1066])_cam_slow_res3"/>
            <p:cNvPicPr>
              <a:picLocks noChangeAspect="1"/>
            </p:cNvPicPr>
            <p:nvPr/>
          </p:nvPicPr>
          <p:blipFill>
            <a:blip r:embed="rId18"/>
            <a:stretch>
              <a:fillRect/>
            </a:stretch>
          </p:blipFill>
          <p:spPr>
            <a:xfrm>
              <a:off x="9394" y="3466"/>
              <a:ext cx="2268" cy="2268"/>
            </a:xfrm>
            <a:prstGeom prst="rect">
              <a:avLst/>
            </a:prstGeom>
          </p:spPr>
        </p:pic>
        <p:pic>
          <p:nvPicPr>
            <p:cNvPr id="59" name="图片 58" descr="teacher_tensor([1066])_cam_slow_res3"/>
            <p:cNvPicPr>
              <a:picLocks noChangeAspect="1"/>
            </p:cNvPicPr>
            <p:nvPr/>
          </p:nvPicPr>
          <p:blipFill>
            <a:blip r:embed="rId19"/>
            <a:stretch>
              <a:fillRect/>
            </a:stretch>
          </p:blipFill>
          <p:spPr>
            <a:xfrm>
              <a:off x="9394" y="1130"/>
              <a:ext cx="2268" cy="2268"/>
            </a:xfrm>
            <a:prstGeom prst="rect">
              <a:avLst/>
            </a:prstGeom>
          </p:spPr>
        </p:pic>
        <p:grpSp>
          <p:nvGrpSpPr>
            <p:cNvPr id="68" name="组合 67"/>
            <p:cNvGrpSpPr/>
            <p:nvPr/>
          </p:nvGrpSpPr>
          <p:grpSpPr>
            <a:xfrm rot="0">
              <a:off x="9394" y="8138"/>
              <a:ext cx="2268" cy="2268"/>
              <a:chOff x="9337" y="8346"/>
              <a:chExt cx="2268" cy="2268"/>
            </a:xfrm>
          </p:grpSpPr>
          <p:pic>
            <p:nvPicPr>
              <p:cNvPr id="58" name="图片 57" descr="student_tensor([1066])_cam_slow_res3"/>
              <p:cNvPicPr>
                <a:picLocks noChangeAspect="1"/>
              </p:cNvPicPr>
              <p:nvPr/>
            </p:nvPicPr>
            <p:blipFill>
              <a:blip r:embed="rId20"/>
              <a:stretch>
                <a:fillRect/>
              </a:stretch>
            </p:blipFill>
            <p:spPr>
              <a:xfrm>
                <a:off x="9337" y="8346"/>
                <a:ext cx="2268" cy="2268"/>
              </a:xfrm>
              <a:prstGeom prst="rect">
                <a:avLst/>
              </a:prstGeom>
            </p:spPr>
          </p:pic>
          <p:sp>
            <p:nvSpPr>
              <p:cNvPr id="60" name="椭圆 59"/>
              <p:cNvSpPr/>
              <p:nvPr>
                <p:custDataLst>
                  <p:tags r:id="rId21"/>
                </p:custDataLst>
              </p:nvPr>
            </p:nvSpPr>
            <p:spPr>
              <a:xfrm>
                <a:off x="9495" y="9493"/>
                <a:ext cx="1802" cy="796"/>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65" name="组合 64"/>
            <p:cNvGrpSpPr/>
            <p:nvPr/>
          </p:nvGrpSpPr>
          <p:grpSpPr>
            <a:xfrm rot="0">
              <a:off x="9394" y="5802"/>
              <a:ext cx="2268" cy="2268"/>
              <a:chOff x="9339" y="5956"/>
              <a:chExt cx="2268" cy="2268"/>
            </a:xfrm>
          </p:grpSpPr>
          <p:pic>
            <p:nvPicPr>
              <p:cNvPr id="56" name="图片 55" descr="student_tensor([1066])_cam_slow_res3"/>
              <p:cNvPicPr>
                <a:picLocks noChangeAspect="1"/>
              </p:cNvPicPr>
              <p:nvPr/>
            </p:nvPicPr>
            <p:blipFill>
              <a:blip r:embed="rId22"/>
              <a:stretch>
                <a:fillRect/>
              </a:stretch>
            </p:blipFill>
            <p:spPr>
              <a:xfrm>
                <a:off x="9339" y="5956"/>
                <a:ext cx="2268" cy="2268"/>
              </a:xfrm>
              <a:prstGeom prst="rect">
                <a:avLst/>
              </a:prstGeom>
            </p:spPr>
          </p:pic>
          <p:sp>
            <p:nvSpPr>
              <p:cNvPr id="61" name="椭圆 60"/>
              <p:cNvSpPr/>
              <p:nvPr>
                <p:custDataLst>
                  <p:tags r:id="rId23"/>
                </p:custDataLst>
              </p:nvPr>
            </p:nvSpPr>
            <p:spPr>
              <a:xfrm>
                <a:off x="9596" y="6828"/>
                <a:ext cx="1766" cy="796"/>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pic>
          <p:nvPicPr>
            <p:cNvPr id="75" name="图片 74" descr="modified_mid_frame"/>
            <p:cNvPicPr>
              <a:picLocks noChangeAspect="1"/>
            </p:cNvPicPr>
            <p:nvPr/>
          </p:nvPicPr>
          <p:blipFill>
            <a:blip r:embed="rId24"/>
            <a:stretch>
              <a:fillRect/>
            </a:stretch>
          </p:blipFill>
          <p:spPr>
            <a:xfrm>
              <a:off x="3792" y="6787"/>
              <a:ext cx="2268" cy="2268"/>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5" name="组合 14"/>
          <p:cNvGrpSpPr/>
          <p:nvPr/>
        </p:nvGrpSpPr>
        <p:grpSpPr>
          <a:xfrm>
            <a:off x="2232025" y="165735"/>
            <a:ext cx="8194675" cy="6461125"/>
            <a:chOff x="3515" y="302"/>
            <a:chExt cx="12905" cy="10175"/>
          </a:xfrm>
        </p:grpSpPr>
        <p:sp>
          <p:nvSpPr>
            <p:cNvPr id="94" name="文本框 93"/>
            <p:cNvSpPr txBox="1"/>
            <p:nvPr/>
          </p:nvSpPr>
          <p:spPr>
            <a:xfrm>
              <a:off x="6058" y="1871"/>
              <a:ext cx="1257"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Tea.</a:t>
              </a:r>
              <a:endParaRPr lang="en-US" altLang="zh-CN" sz="2400">
                <a:latin typeface="Times New Roman" panose="02020603050405020304" pitchFamily="18" charset="0"/>
                <a:cs typeface="Times New Roman" panose="02020603050405020304" pitchFamily="18" charset="0"/>
              </a:endParaRPr>
            </a:p>
          </p:txBody>
        </p:sp>
        <p:sp>
          <p:nvSpPr>
            <p:cNvPr id="95" name="文本框 94"/>
            <p:cNvSpPr txBox="1"/>
            <p:nvPr/>
          </p:nvSpPr>
          <p:spPr>
            <a:xfrm>
              <a:off x="6048" y="6550"/>
              <a:ext cx="1257"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Tea.</a:t>
              </a:r>
              <a:endParaRPr lang="en-US" altLang="zh-CN" sz="2400">
                <a:latin typeface="Times New Roman" panose="02020603050405020304" pitchFamily="18" charset="0"/>
                <a:cs typeface="Times New Roman" panose="02020603050405020304" pitchFamily="18" charset="0"/>
              </a:endParaRPr>
            </a:p>
          </p:txBody>
        </p:sp>
        <p:sp>
          <p:nvSpPr>
            <p:cNvPr id="96" name="文本框 95"/>
            <p:cNvSpPr txBox="1"/>
            <p:nvPr/>
          </p:nvSpPr>
          <p:spPr>
            <a:xfrm>
              <a:off x="6058" y="3926"/>
              <a:ext cx="1257"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Stu.</a:t>
              </a:r>
              <a:endParaRPr lang="en-US" altLang="zh-CN" sz="2400">
                <a:latin typeface="Times New Roman" panose="02020603050405020304" pitchFamily="18" charset="0"/>
                <a:cs typeface="Times New Roman" panose="02020603050405020304" pitchFamily="18" charset="0"/>
              </a:endParaRPr>
            </a:p>
          </p:txBody>
        </p:sp>
        <p:sp>
          <p:nvSpPr>
            <p:cNvPr id="97" name="文本框 96"/>
            <p:cNvSpPr txBox="1"/>
            <p:nvPr/>
          </p:nvSpPr>
          <p:spPr>
            <a:xfrm>
              <a:off x="6049" y="8908"/>
              <a:ext cx="1256"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Stu.</a:t>
              </a:r>
              <a:endParaRPr lang="en-US" altLang="zh-CN" sz="2400">
                <a:latin typeface="Times New Roman" panose="02020603050405020304" pitchFamily="18" charset="0"/>
                <a:cs typeface="Times New Roman" panose="02020603050405020304" pitchFamily="18" charset="0"/>
              </a:endParaRPr>
            </a:p>
          </p:txBody>
        </p:sp>
        <p:sp>
          <p:nvSpPr>
            <p:cNvPr id="102" name="文本框 101"/>
            <p:cNvSpPr txBox="1"/>
            <p:nvPr/>
          </p:nvSpPr>
          <p:spPr>
            <a:xfrm>
              <a:off x="3525" y="4530"/>
              <a:ext cx="3502"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Origin Sample</a:t>
              </a:r>
              <a:endParaRPr lang="en-US" altLang="zh-CN" sz="2400">
                <a:latin typeface="Times New Roman" panose="02020603050405020304" pitchFamily="18" charset="0"/>
                <a:cs typeface="Times New Roman" panose="02020603050405020304" pitchFamily="18" charset="0"/>
              </a:endParaRPr>
            </a:p>
          </p:txBody>
        </p:sp>
        <p:sp>
          <p:nvSpPr>
            <p:cNvPr id="106" name="文本框 105"/>
            <p:cNvSpPr txBox="1"/>
            <p:nvPr/>
          </p:nvSpPr>
          <p:spPr>
            <a:xfrm>
              <a:off x="3515" y="9174"/>
              <a:ext cx="3202"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Our Sample*</a:t>
              </a:r>
              <a:endParaRPr lang="en-US" altLang="zh-CN" sz="2400">
                <a:latin typeface="Times New Roman" panose="02020603050405020304" pitchFamily="18" charset="0"/>
                <a:cs typeface="Times New Roman" panose="02020603050405020304" pitchFamily="18" charset="0"/>
              </a:endParaRPr>
            </a:p>
          </p:txBody>
        </p:sp>
        <p:sp>
          <p:nvSpPr>
            <p:cNvPr id="98" name="文本框 97"/>
            <p:cNvSpPr txBox="1"/>
            <p:nvPr/>
          </p:nvSpPr>
          <p:spPr>
            <a:xfrm>
              <a:off x="7383" y="302"/>
              <a:ext cx="1823"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Layer1</a:t>
              </a:r>
              <a:endParaRPr lang="en-US" altLang="zh-CN" sz="2400">
                <a:latin typeface="Times New Roman" panose="02020603050405020304" pitchFamily="18" charset="0"/>
                <a:cs typeface="Times New Roman" panose="02020603050405020304" pitchFamily="18" charset="0"/>
              </a:endParaRPr>
            </a:p>
          </p:txBody>
        </p:sp>
        <p:sp>
          <p:nvSpPr>
            <p:cNvPr id="99" name="文本框 98"/>
            <p:cNvSpPr txBox="1"/>
            <p:nvPr/>
          </p:nvSpPr>
          <p:spPr>
            <a:xfrm>
              <a:off x="9526" y="302"/>
              <a:ext cx="1992" cy="72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Layer2</a:t>
              </a:r>
              <a:endParaRPr lang="en-US" altLang="zh-CN" sz="2400">
                <a:latin typeface="Times New Roman" panose="02020603050405020304" pitchFamily="18" charset="0"/>
                <a:cs typeface="Times New Roman" panose="02020603050405020304" pitchFamily="18" charset="0"/>
              </a:endParaRPr>
            </a:p>
          </p:txBody>
        </p:sp>
        <p:sp>
          <p:nvSpPr>
            <p:cNvPr id="100" name="文本框 99"/>
            <p:cNvSpPr txBox="1"/>
            <p:nvPr/>
          </p:nvSpPr>
          <p:spPr>
            <a:xfrm>
              <a:off x="11886" y="302"/>
              <a:ext cx="1992" cy="72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Layer3</a:t>
              </a:r>
              <a:endParaRPr lang="en-US" altLang="zh-CN" sz="2400">
                <a:latin typeface="Times New Roman" panose="02020603050405020304" pitchFamily="18" charset="0"/>
                <a:cs typeface="Times New Roman" panose="02020603050405020304" pitchFamily="18" charset="0"/>
              </a:endParaRPr>
            </a:p>
          </p:txBody>
        </p:sp>
        <p:sp>
          <p:nvSpPr>
            <p:cNvPr id="101" name="文本框 100"/>
            <p:cNvSpPr txBox="1"/>
            <p:nvPr/>
          </p:nvSpPr>
          <p:spPr>
            <a:xfrm>
              <a:off x="14220" y="303"/>
              <a:ext cx="1992" cy="72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Layer4</a:t>
              </a:r>
              <a:endParaRPr lang="en-US" altLang="zh-CN" sz="2400">
                <a:latin typeface="Times New Roman" panose="02020603050405020304" pitchFamily="18" charset="0"/>
                <a:cs typeface="Times New Roman" panose="02020603050405020304" pitchFamily="18" charset="0"/>
              </a:endParaRPr>
            </a:p>
          </p:txBody>
        </p:sp>
        <p:pic>
          <p:nvPicPr>
            <p:cNvPr id="2" name="图片 1" descr="student_tensor([0])_pri"/>
            <p:cNvPicPr>
              <a:picLocks noChangeAspect="1"/>
            </p:cNvPicPr>
            <p:nvPr/>
          </p:nvPicPr>
          <p:blipFill>
            <a:blip r:embed="rId1"/>
            <a:stretch>
              <a:fillRect/>
            </a:stretch>
          </p:blipFill>
          <p:spPr>
            <a:xfrm>
              <a:off x="3790" y="2163"/>
              <a:ext cx="2268" cy="2268"/>
            </a:xfrm>
            <a:prstGeom prst="rect">
              <a:avLst/>
            </a:prstGeom>
          </p:spPr>
        </p:pic>
        <p:pic>
          <p:nvPicPr>
            <p:cNvPr id="3" name="图片 2" descr="student_tensor([0])_cam_slow_res5"/>
            <p:cNvPicPr>
              <a:picLocks noChangeAspect="1"/>
            </p:cNvPicPr>
            <p:nvPr/>
          </p:nvPicPr>
          <p:blipFill>
            <a:blip r:embed="rId2"/>
            <a:stretch>
              <a:fillRect/>
            </a:stretch>
          </p:blipFill>
          <p:spPr>
            <a:xfrm>
              <a:off x="14153" y="1129"/>
              <a:ext cx="2267" cy="2268"/>
            </a:xfrm>
            <a:prstGeom prst="rect">
              <a:avLst/>
            </a:prstGeom>
          </p:spPr>
        </p:pic>
        <p:pic>
          <p:nvPicPr>
            <p:cNvPr id="4" name="图片 3" descr="teacher_tensor([0])_cam_slow_res5"/>
            <p:cNvPicPr>
              <a:picLocks noChangeAspect="1"/>
            </p:cNvPicPr>
            <p:nvPr/>
          </p:nvPicPr>
          <p:blipFill>
            <a:blip r:embed="rId3"/>
            <a:stretch>
              <a:fillRect/>
            </a:stretch>
          </p:blipFill>
          <p:spPr>
            <a:xfrm>
              <a:off x="14152" y="3450"/>
              <a:ext cx="2268" cy="2268"/>
            </a:xfrm>
            <a:prstGeom prst="rect">
              <a:avLst/>
            </a:prstGeom>
          </p:spPr>
        </p:pic>
        <p:pic>
          <p:nvPicPr>
            <p:cNvPr id="5" name="图片 4" descr="teacher_tensor([0])_cam_slow_res4"/>
            <p:cNvPicPr>
              <a:picLocks noChangeAspect="1"/>
            </p:cNvPicPr>
            <p:nvPr/>
          </p:nvPicPr>
          <p:blipFill>
            <a:blip r:embed="rId4"/>
            <a:stretch>
              <a:fillRect/>
            </a:stretch>
          </p:blipFill>
          <p:spPr>
            <a:xfrm>
              <a:off x="11773" y="3450"/>
              <a:ext cx="2268" cy="2268"/>
            </a:xfrm>
            <a:prstGeom prst="rect">
              <a:avLst/>
            </a:prstGeom>
          </p:spPr>
        </p:pic>
        <p:pic>
          <p:nvPicPr>
            <p:cNvPr id="6" name="图片 5" descr="teacher_tensor([0])_cam_slow_res3"/>
            <p:cNvPicPr>
              <a:picLocks noChangeAspect="1"/>
            </p:cNvPicPr>
            <p:nvPr/>
          </p:nvPicPr>
          <p:blipFill>
            <a:blip r:embed="rId5"/>
            <a:stretch>
              <a:fillRect/>
            </a:stretch>
          </p:blipFill>
          <p:spPr>
            <a:xfrm>
              <a:off x="7015" y="5823"/>
              <a:ext cx="2268" cy="2268"/>
            </a:xfrm>
            <a:prstGeom prst="rect">
              <a:avLst/>
            </a:prstGeom>
          </p:spPr>
        </p:pic>
        <p:pic>
          <p:nvPicPr>
            <p:cNvPr id="7" name="图片 6" descr="teacher_tensor([0])_cam_slow_res2"/>
            <p:cNvPicPr>
              <a:picLocks noChangeAspect="1"/>
            </p:cNvPicPr>
            <p:nvPr/>
          </p:nvPicPr>
          <p:blipFill>
            <a:blip r:embed="rId6"/>
            <a:stretch>
              <a:fillRect/>
            </a:stretch>
          </p:blipFill>
          <p:spPr>
            <a:xfrm>
              <a:off x="7015" y="1129"/>
              <a:ext cx="2268" cy="2268"/>
            </a:xfrm>
            <a:prstGeom prst="rect">
              <a:avLst/>
            </a:prstGeom>
          </p:spPr>
        </p:pic>
        <p:pic>
          <p:nvPicPr>
            <p:cNvPr id="8" name="图片 7" descr="student_tensor([0])_cam_slow_res2"/>
            <p:cNvPicPr>
              <a:picLocks noChangeAspect="1"/>
            </p:cNvPicPr>
            <p:nvPr/>
          </p:nvPicPr>
          <p:blipFill>
            <a:blip r:embed="rId7"/>
            <a:stretch>
              <a:fillRect/>
            </a:stretch>
          </p:blipFill>
          <p:spPr>
            <a:xfrm>
              <a:off x="7015" y="3450"/>
              <a:ext cx="2268" cy="2268"/>
            </a:xfrm>
            <a:prstGeom prst="rect">
              <a:avLst/>
            </a:prstGeom>
          </p:spPr>
        </p:pic>
        <p:pic>
          <p:nvPicPr>
            <p:cNvPr id="9" name="图片 8" descr="student_tensor([0])_cam_slow_res3"/>
            <p:cNvPicPr>
              <a:picLocks noChangeAspect="1"/>
            </p:cNvPicPr>
            <p:nvPr/>
          </p:nvPicPr>
          <p:blipFill>
            <a:blip r:embed="rId8"/>
            <a:stretch>
              <a:fillRect/>
            </a:stretch>
          </p:blipFill>
          <p:spPr>
            <a:xfrm>
              <a:off x="7015" y="8209"/>
              <a:ext cx="2268" cy="2268"/>
            </a:xfrm>
            <a:prstGeom prst="rect">
              <a:avLst/>
            </a:prstGeom>
          </p:spPr>
        </p:pic>
        <p:pic>
          <p:nvPicPr>
            <p:cNvPr id="10" name="图片 9" descr="student_tensor([0])_cam_slow_res4"/>
            <p:cNvPicPr>
              <a:picLocks noChangeAspect="1"/>
            </p:cNvPicPr>
            <p:nvPr/>
          </p:nvPicPr>
          <p:blipFill>
            <a:blip r:embed="rId9"/>
            <a:stretch>
              <a:fillRect/>
            </a:stretch>
          </p:blipFill>
          <p:spPr>
            <a:xfrm>
              <a:off x="11773" y="8209"/>
              <a:ext cx="2268" cy="2268"/>
            </a:xfrm>
            <a:prstGeom prst="rect">
              <a:avLst/>
            </a:prstGeom>
          </p:spPr>
        </p:pic>
        <p:pic>
          <p:nvPicPr>
            <p:cNvPr id="11" name="图片 10" descr="teacher_tensor([0])_cam_slow_res5"/>
            <p:cNvPicPr>
              <a:picLocks noChangeAspect="1"/>
            </p:cNvPicPr>
            <p:nvPr/>
          </p:nvPicPr>
          <p:blipFill>
            <a:blip r:embed="rId10"/>
            <a:stretch>
              <a:fillRect/>
            </a:stretch>
          </p:blipFill>
          <p:spPr>
            <a:xfrm>
              <a:off x="14152" y="5823"/>
              <a:ext cx="2268" cy="2268"/>
            </a:xfrm>
            <a:prstGeom prst="rect">
              <a:avLst/>
            </a:prstGeom>
          </p:spPr>
        </p:pic>
        <p:pic>
          <p:nvPicPr>
            <p:cNvPr id="12" name="图片 11" descr="student_tensor([0])_cam_slow_res5"/>
            <p:cNvPicPr>
              <a:picLocks noChangeAspect="1"/>
            </p:cNvPicPr>
            <p:nvPr/>
          </p:nvPicPr>
          <p:blipFill>
            <a:blip r:embed="rId11"/>
            <a:stretch>
              <a:fillRect/>
            </a:stretch>
          </p:blipFill>
          <p:spPr>
            <a:xfrm>
              <a:off x="14152" y="8209"/>
              <a:ext cx="2268" cy="2268"/>
            </a:xfrm>
            <a:prstGeom prst="rect">
              <a:avLst/>
            </a:prstGeom>
          </p:spPr>
        </p:pic>
        <p:pic>
          <p:nvPicPr>
            <p:cNvPr id="13" name="图片 12" descr="teacher_tensor([0])_cam_slow_res4"/>
            <p:cNvPicPr>
              <a:picLocks noChangeAspect="1"/>
            </p:cNvPicPr>
            <p:nvPr/>
          </p:nvPicPr>
          <p:blipFill>
            <a:blip r:embed="rId12"/>
            <a:stretch>
              <a:fillRect/>
            </a:stretch>
          </p:blipFill>
          <p:spPr>
            <a:xfrm>
              <a:off x="11774" y="1129"/>
              <a:ext cx="2267" cy="2268"/>
            </a:xfrm>
            <a:prstGeom prst="rect">
              <a:avLst/>
            </a:prstGeom>
          </p:spPr>
        </p:pic>
        <p:pic>
          <p:nvPicPr>
            <p:cNvPr id="14" name="图片 13" descr="student_tensor([0])_cam_slow_res4"/>
            <p:cNvPicPr>
              <a:picLocks noChangeAspect="1"/>
            </p:cNvPicPr>
            <p:nvPr/>
          </p:nvPicPr>
          <p:blipFill>
            <a:blip r:embed="rId13"/>
            <a:stretch>
              <a:fillRect/>
            </a:stretch>
          </p:blipFill>
          <p:spPr>
            <a:xfrm>
              <a:off x="11785" y="5823"/>
              <a:ext cx="2268" cy="2268"/>
            </a:xfrm>
            <a:prstGeom prst="rect">
              <a:avLst/>
            </a:prstGeom>
          </p:spPr>
        </p:pic>
        <p:pic>
          <p:nvPicPr>
            <p:cNvPr id="17" name="图片 16" descr="teacher_tensor([0])_cam_slow_res2"/>
            <p:cNvPicPr>
              <a:picLocks noChangeAspect="1"/>
            </p:cNvPicPr>
            <p:nvPr/>
          </p:nvPicPr>
          <p:blipFill>
            <a:blip r:embed="rId14"/>
            <a:stretch>
              <a:fillRect/>
            </a:stretch>
          </p:blipFill>
          <p:spPr>
            <a:xfrm>
              <a:off x="9395" y="1129"/>
              <a:ext cx="2267" cy="2268"/>
            </a:xfrm>
            <a:prstGeom prst="rect">
              <a:avLst/>
            </a:prstGeom>
          </p:spPr>
        </p:pic>
        <p:pic>
          <p:nvPicPr>
            <p:cNvPr id="18" name="图片 17" descr="student_tensor([0])_cam_slow_res2"/>
            <p:cNvPicPr>
              <a:picLocks noChangeAspect="1"/>
            </p:cNvPicPr>
            <p:nvPr/>
          </p:nvPicPr>
          <p:blipFill>
            <a:blip r:embed="rId15"/>
            <a:stretch>
              <a:fillRect/>
            </a:stretch>
          </p:blipFill>
          <p:spPr>
            <a:xfrm>
              <a:off x="9394" y="3450"/>
              <a:ext cx="2268" cy="2268"/>
            </a:xfrm>
            <a:prstGeom prst="rect">
              <a:avLst/>
            </a:prstGeom>
          </p:spPr>
        </p:pic>
        <p:pic>
          <p:nvPicPr>
            <p:cNvPr id="19" name="图片 18" descr="student_tensor([0])_cam_slow_res3"/>
            <p:cNvPicPr>
              <a:picLocks noChangeAspect="1"/>
            </p:cNvPicPr>
            <p:nvPr/>
          </p:nvPicPr>
          <p:blipFill>
            <a:blip r:embed="rId16"/>
            <a:stretch>
              <a:fillRect/>
            </a:stretch>
          </p:blipFill>
          <p:spPr>
            <a:xfrm>
              <a:off x="9394" y="5823"/>
              <a:ext cx="2268" cy="2268"/>
            </a:xfrm>
            <a:prstGeom prst="rect">
              <a:avLst/>
            </a:prstGeom>
          </p:spPr>
        </p:pic>
        <p:pic>
          <p:nvPicPr>
            <p:cNvPr id="20" name="图片 19" descr="teacher_tensor([0])_cam_slow_res3"/>
            <p:cNvPicPr>
              <a:picLocks noChangeAspect="1"/>
            </p:cNvPicPr>
            <p:nvPr/>
          </p:nvPicPr>
          <p:blipFill>
            <a:blip r:embed="rId17"/>
            <a:stretch>
              <a:fillRect/>
            </a:stretch>
          </p:blipFill>
          <p:spPr>
            <a:xfrm>
              <a:off x="9394" y="8209"/>
              <a:ext cx="2268" cy="2268"/>
            </a:xfrm>
            <a:prstGeom prst="rect">
              <a:avLst/>
            </a:prstGeom>
          </p:spPr>
        </p:pic>
        <p:sp>
          <p:nvSpPr>
            <p:cNvPr id="21" name="椭圆 20"/>
            <p:cNvSpPr/>
            <p:nvPr>
              <p:custDataLst>
                <p:tags r:id="rId18"/>
              </p:custDataLst>
            </p:nvPr>
          </p:nvSpPr>
          <p:spPr>
            <a:xfrm>
              <a:off x="14723" y="6762"/>
              <a:ext cx="660" cy="790"/>
            </a:xfrm>
            <a:prstGeom prst="ellipse">
              <a:avLst/>
            </a:prstGeom>
            <a:noFill/>
            <a:ln w="25400">
              <a:solidFill>
                <a:schemeClr val="accent3"/>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椭圆 21"/>
            <p:cNvSpPr/>
            <p:nvPr>
              <p:custDataLst>
                <p:tags r:id="rId19"/>
              </p:custDataLst>
            </p:nvPr>
          </p:nvSpPr>
          <p:spPr>
            <a:xfrm>
              <a:off x="14723" y="9190"/>
              <a:ext cx="660" cy="790"/>
            </a:xfrm>
            <a:prstGeom prst="ellipse">
              <a:avLst/>
            </a:prstGeom>
            <a:noFill/>
            <a:ln w="25400">
              <a:solidFill>
                <a:schemeClr val="accent3"/>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椭圆 24"/>
            <p:cNvSpPr/>
            <p:nvPr>
              <p:custDataLst>
                <p:tags r:id="rId20"/>
              </p:custDataLst>
            </p:nvPr>
          </p:nvSpPr>
          <p:spPr>
            <a:xfrm>
              <a:off x="9394" y="6674"/>
              <a:ext cx="1362" cy="1308"/>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椭圆 25"/>
            <p:cNvSpPr/>
            <p:nvPr>
              <p:custDataLst>
                <p:tags r:id="rId21"/>
              </p:custDataLst>
            </p:nvPr>
          </p:nvSpPr>
          <p:spPr>
            <a:xfrm>
              <a:off x="9438" y="8826"/>
              <a:ext cx="1362" cy="1308"/>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9" name="图片 28" descr="sth-1"/>
            <p:cNvPicPr>
              <a:picLocks noChangeAspect="1"/>
            </p:cNvPicPr>
            <p:nvPr/>
          </p:nvPicPr>
          <p:blipFill>
            <a:blip r:embed="rId22"/>
            <a:stretch>
              <a:fillRect/>
            </a:stretch>
          </p:blipFill>
          <p:spPr>
            <a:xfrm>
              <a:off x="3781" y="6854"/>
              <a:ext cx="2268" cy="2268"/>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2193290" y="191770"/>
            <a:ext cx="8233410" cy="6470015"/>
            <a:chOff x="3454" y="302"/>
            <a:chExt cx="12966" cy="10189"/>
          </a:xfrm>
        </p:grpSpPr>
        <p:sp>
          <p:nvSpPr>
            <p:cNvPr id="94" name="文本框 93"/>
            <p:cNvSpPr txBox="1"/>
            <p:nvPr/>
          </p:nvSpPr>
          <p:spPr>
            <a:xfrm>
              <a:off x="6018" y="1871"/>
              <a:ext cx="1257"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Tea.</a:t>
              </a:r>
              <a:endParaRPr lang="en-US" altLang="zh-CN" sz="2400">
                <a:latin typeface="Times New Roman" panose="02020603050405020304" pitchFamily="18" charset="0"/>
                <a:cs typeface="Times New Roman" panose="02020603050405020304" pitchFamily="18" charset="0"/>
              </a:endParaRPr>
            </a:p>
          </p:txBody>
        </p:sp>
        <p:sp>
          <p:nvSpPr>
            <p:cNvPr id="95" name="文本框 94"/>
            <p:cNvSpPr txBox="1"/>
            <p:nvPr/>
          </p:nvSpPr>
          <p:spPr>
            <a:xfrm>
              <a:off x="6018" y="6550"/>
              <a:ext cx="1257"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Tea.</a:t>
              </a:r>
              <a:endParaRPr lang="en-US" altLang="zh-CN" sz="2400">
                <a:latin typeface="Times New Roman" panose="02020603050405020304" pitchFamily="18" charset="0"/>
                <a:cs typeface="Times New Roman" panose="02020603050405020304" pitchFamily="18" charset="0"/>
              </a:endParaRPr>
            </a:p>
          </p:txBody>
        </p:sp>
        <p:sp>
          <p:nvSpPr>
            <p:cNvPr id="96" name="文本框 95"/>
            <p:cNvSpPr txBox="1"/>
            <p:nvPr/>
          </p:nvSpPr>
          <p:spPr>
            <a:xfrm>
              <a:off x="6018" y="3926"/>
              <a:ext cx="1257"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Stu.</a:t>
              </a:r>
              <a:endParaRPr lang="en-US" altLang="zh-CN" sz="2400">
                <a:latin typeface="Times New Roman" panose="02020603050405020304" pitchFamily="18" charset="0"/>
                <a:cs typeface="Times New Roman" panose="02020603050405020304" pitchFamily="18" charset="0"/>
              </a:endParaRPr>
            </a:p>
          </p:txBody>
        </p:sp>
        <p:sp>
          <p:nvSpPr>
            <p:cNvPr id="97" name="文本框 96"/>
            <p:cNvSpPr txBox="1"/>
            <p:nvPr/>
          </p:nvSpPr>
          <p:spPr>
            <a:xfrm>
              <a:off x="6019" y="8908"/>
              <a:ext cx="1256"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Stu.</a:t>
              </a:r>
              <a:endParaRPr lang="en-US" altLang="zh-CN" sz="2400">
                <a:latin typeface="Times New Roman" panose="02020603050405020304" pitchFamily="18" charset="0"/>
                <a:cs typeface="Times New Roman" panose="02020603050405020304" pitchFamily="18" charset="0"/>
              </a:endParaRPr>
            </a:p>
          </p:txBody>
        </p:sp>
        <p:sp>
          <p:nvSpPr>
            <p:cNvPr id="102" name="文本框 101"/>
            <p:cNvSpPr txBox="1"/>
            <p:nvPr/>
          </p:nvSpPr>
          <p:spPr>
            <a:xfrm>
              <a:off x="3454" y="4579"/>
              <a:ext cx="3380"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Origin Sample</a:t>
              </a:r>
              <a:endParaRPr lang="en-US" altLang="zh-CN" sz="2400">
                <a:latin typeface="Times New Roman" panose="02020603050405020304" pitchFamily="18" charset="0"/>
                <a:cs typeface="Times New Roman" panose="02020603050405020304" pitchFamily="18" charset="0"/>
              </a:endParaRPr>
            </a:p>
          </p:txBody>
        </p:sp>
        <p:sp>
          <p:nvSpPr>
            <p:cNvPr id="106" name="文本框 105"/>
            <p:cNvSpPr txBox="1"/>
            <p:nvPr/>
          </p:nvSpPr>
          <p:spPr>
            <a:xfrm>
              <a:off x="3546" y="9353"/>
              <a:ext cx="3370"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Our Sample*</a:t>
              </a:r>
              <a:endParaRPr lang="en-US" altLang="zh-CN" sz="2400">
                <a:latin typeface="Times New Roman" panose="02020603050405020304" pitchFamily="18" charset="0"/>
                <a:cs typeface="Times New Roman" panose="02020603050405020304" pitchFamily="18" charset="0"/>
              </a:endParaRPr>
            </a:p>
          </p:txBody>
        </p:sp>
        <p:sp>
          <p:nvSpPr>
            <p:cNvPr id="98" name="文本框 97"/>
            <p:cNvSpPr txBox="1"/>
            <p:nvPr/>
          </p:nvSpPr>
          <p:spPr>
            <a:xfrm>
              <a:off x="7383" y="302"/>
              <a:ext cx="1823"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Layer1</a:t>
              </a:r>
              <a:endParaRPr lang="en-US" altLang="zh-CN" sz="2400">
                <a:latin typeface="Times New Roman" panose="02020603050405020304" pitchFamily="18" charset="0"/>
                <a:cs typeface="Times New Roman" panose="02020603050405020304" pitchFamily="18" charset="0"/>
              </a:endParaRPr>
            </a:p>
          </p:txBody>
        </p:sp>
        <p:sp>
          <p:nvSpPr>
            <p:cNvPr id="99" name="文本框 98"/>
            <p:cNvSpPr txBox="1"/>
            <p:nvPr/>
          </p:nvSpPr>
          <p:spPr>
            <a:xfrm>
              <a:off x="9526" y="302"/>
              <a:ext cx="1992" cy="72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Layer2</a:t>
              </a:r>
              <a:endParaRPr lang="en-US" altLang="zh-CN" sz="2400">
                <a:latin typeface="Times New Roman" panose="02020603050405020304" pitchFamily="18" charset="0"/>
                <a:cs typeface="Times New Roman" panose="02020603050405020304" pitchFamily="18" charset="0"/>
              </a:endParaRPr>
            </a:p>
          </p:txBody>
        </p:sp>
        <p:sp>
          <p:nvSpPr>
            <p:cNvPr id="100" name="文本框 99"/>
            <p:cNvSpPr txBox="1"/>
            <p:nvPr/>
          </p:nvSpPr>
          <p:spPr>
            <a:xfrm>
              <a:off x="11886" y="302"/>
              <a:ext cx="1992" cy="72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Layer3</a:t>
              </a:r>
              <a:endParaRPr lang="en-US" altLang="zh-CN" sz="2400">
                <a:latin typeface="Times New Roman" panose="02020603050405020304" pitchFamily="18" charset="0"/>
                <a:cs typeface="Times New Roman" panose="02020603050405020304" pitchFamily="18" charset="0"/>
              </a:endParaRPr>
            </a:p>
          </p:txBody>
        </p:sp>
        <p:sp>
          <p:nvSpPr>
            <p:cNvPr id="101" name="文本框 100"/>
            <p:cNvSpPr txBox="1"/>
            <p:nvPr/>
          </p:nvSpPr>
          <p:spPr>
            <a:xfrm>
              <a:off x="14220" y="303"/>
              <a:ext cx="1992" cy="72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Layer4</a:t>
              </a:r>
              <a:endParaRPr lang="en-US" altLang="zh-CN" sz="2400">
                <a:latin typeface="Times New Roman" panose="02020603050405020304" pitchFamily="18" charset="0"/>
                <a:cs typeface="Times New Roman" panose="02020603050405020304" pitchFamily="18" charset="0"/>
              </a:endParaRPr>
            </a:p>
          </p:txBody>
        </p:sp>
        <p:pic>
          <p:nvPicPr>
            <p:cNvPr id="15" name="图片 14" descr="student_tensor([4])_pri"/>
            <p:cNvPicPr>
              <a:picLocks noChangeAspect="1"/>
            </p:cNvPicPr>
            <p:nvPr/>
          </p:nvPicPr>
          <p:blipFill>
            <a:blip r:embed="rId1"/>
            <a:stretch>
              <a:fillRect/>
            </a:stretch>
          </p:blipFill>
          <p:spPr>
            <a:xfrm>
              <a:off x="3827" y="2212"/>
              <a:ext cx="2268" cy="2268"/>
            </a:xfrm>
            <a:prstGeom prst="rect">
              <a:avLst/>
            </a:prstGeom>
          </p:spPr>
        </p:pic>
        <p:pic>
          <p:nvPicPr>
            <p:cNvPr id="16" name="图片 15" descr="student_tensor([4])_cam_slow_res4"/>
            <p:cNvPicPr>
              <a:picLocks noChangeAspect="1"/>
            </p:cNvPicPr>
            <p:nvPr/>
          </p:nvPicPr>
          <p:blipFill>
            <a:blip r:embed="rId2"/>
            <a:stretch>
              <a:fillRect/>
            </a:stretch>
          </p:blipFill>
          <p:spPr>
            <a:xfrm>
              <a:off x="11760" y="1128"/>
              <a:ext cx="2268" cy="2268"/>
            </a:xfrm>
            <a:prstGeom prst="rect">
              <a:avLst/>
            </a:prstGeom>
          </p:spPr>
        </p:pic>
        <p:pic>
          <p:nvPicPr>
            <p:cNvPr id="23" name="图片 22" descr="student_tensor([4])_cam_slow_res3"/>
            <p:cNvPicPr>
              <a:picLocks noChangeAspect="1"/>
            </p:cNvPicPr>
            <p:nvPr/>
          </p:nvPicPr>
          <p:blipFill>
            <a:blip r:embed="rId3"/>
            <a:stretch>
              <a:fillRect/>
            </a:stretch>
          </p:blipFill>
          <p:spPr>
            <a:xfrm>
              <a:off x="9367" y="3485"/>
              <a:ext cx="2267" cy="2267"/>
            </a:xfrm>
            <a:prstGeom prst="rect">
              <a:avLst/>
            </a:prstGeom>
          </p:spPr>
        </p:pic>
        <p:pic>
          <p:nvPicPr>
            <p:cNvPr id="24" name="图片 23" descr="student_tensor([4])_cam_slow_res5"/>
            <p:cNvPicPr>
              <a:picLocks noChangeAspect="1"/>
            </p:cNvPicPr>
            <p:nvPr/>
          </p:nvPicPr>
          <p:blipFill>
            <a:blip r:embed="rId4"/>
            <a:stretch>
              <a:fillRect/>
            </a:stretch>
          </p:blipFill>
          <p:spPr>
            <a:xfrm>
              <a:off x="14117" y="1128"/>
              <a:ext cx="2268" cy="2268"/>
            </a:xfrm>
            <a:prstGeom prst="rect">
              <a:avLst/>
            </a:prstGeom>
          </p:spPr>
        </p:pic>
        <p:pic>
          <p:nvPicPr>
            <p:cNvPr id="27" name="图片 26" descr="student_tensor([4])_cam_slow_res2"/>
            <p:cNvPicPr>
              <a:picLocks noChangeAspect="1"/>
            </p:cNvPicPr>
            <p:nvPr/>
          </p:nvPicPr>
          <p:blipFill>
            <a:blip r:embed="rId5"/>
            <a:stretch>
              <a:fillRect/>
            </a:stretch>
          </p:blipFill>
          <p:spPr>
            <a:xfrm>
              <a:off x="6973" y="3485"/>
              <a:ext cx="2268" cy="2267"/>
            </a:xfrm>
            <a:prstGeom prst="rect">
              <a:avLst/>
            </a:prstGeom>
          </p:spPr>
        </p:pic>
        <p:pic>
          <p:nvPicPr>
            <p:cNvPr id="28" name="图片 27" descr="teacher_tensor([4])_cam_slow_res4"/>
            <p:cNvPicPr>
              <a:picLocks noChangeAspect="1"/>
            </p:cNvPicPr>
            <p:nvPr/>
          </p:nvPicPr>
          <p:blipFill>
            <a:blip r:embed="rId6"/>
            <a:stretch>
              <a:fillRect/>
            </a:stretch>
          </p:blipFill>
          <p:spPr>
            <a:xfrm>
              <a:off x="11760" y="5841"/>
              <a:ext cx="2268" cy="2267"/>
            </a:xfrm>
            <a:prstGeom prst="rect">
              <a:avLst/>
            </a:prstGeom>
          </p:spPr>
        </p:pic>
        <p:pic>
          <p:nvPicPr>
            <p:cNvPr id="29" name="图片 28" descr="teacher_tensor([4])_cam_slow_res3"/>
            <p:cNvPicPr>
              <a:picLocks noChangeAspect="1"/>
            </p:cNvPicPr>
            <p:nvPr/>
          </p:nvPicPr>
          <p:blipFill>
            <a:blip r:embed="rId7"/>
            <a:stretch>
              <a:fillRect/>
            </a:stretch>
          </p:blipFill>
          <p:spPr>
            <a:xfrm>
              <a:off x="9378" y="1128"/>
              <a:ext cx="2268" cy="2268"/>
            </a:xfrm>
            <a:prstGeom prst="rect">
              <a:avLst/>
            </a:prstGeom>
          </p:spPr>
        </p:pic>
        <p:pic>
          <p:nvPicPr>
            <p:cNvPr id="30" name="图片 29" descr="teacher_tensor([4])_cam_slow_res2"/>
            <p:cNvPicPr>
              <a:picLocks noChangeAspect="1"/>
            </p:cNvPicPr>
            <p:nvPr/>
          </p:nvPicPr>
          <p:blipFill>
            <a:blip r:embed="rId8"/>
            <a:stretch>
              <a:fillRect/>
            </a:stretch>
          </p:blipFill>
          <p:spPr>
            <a:xfrm>
              <a:off x="6983" y="1128"/>
              <a:ext cx="2268" cy="2268"/>
            </a:xfrm>
            <a:prstGeom prst="rect">
              <a:avLst/>
            </a:prstGeom>
          </p:spPr>
        </p:pic>
        <p:pic>
          <p:nvPicPr>
            <p:cNvPr id="31" name="图片 30" descr="teacher_tensor([4])_cam_slow_res5"/>
            <p:cNvPicPr>
              <a:picLocks noChangeAspect="1"/>
            </p:cNvPicPr>
            <p:nvPr/>
          </p:nvPicPr>
          <p:blipFill>
            <a:blip r:embed="rId9"/>
            <a:stretch>
              <a:fillRect/>
            </a:stretch>
          </p:blipFill>
          <p:spPr>
            <a:xfrm>
              <a:off x="14153" y="3485"/>
              <a:ext cx="2267" cy="2267"/>
            </a:xfrm>
            <a:prstGeom prst="rect">
              <a:avLst/>
            </a:prstGeom>
          </p:spPr>
        </p:pic>
        <p:pic>
          <p:nvPicPr>
            <p:cNvPr id="32" name="图片 31" descr="student_tensor([4])_cam_slow_res5"/>
            <p:cNvPicPr>
              <a:picLocks noChangeAspect="1"/>
            </p:cNvPicPr>
            <p:nvPr/>
          </p:nvPicPr>
          <p:blipFill>
            <a:blip r:embed="rId10"/>
            <a:stretch>
              <a:fillRect/>
            </a:stretch>
          </p:blipFill>
          <p:spPr>
            <a:xfrm>
              <a:off x="14152" y="8197"/>
              <a:ext cx="2268" cy="2267"/>
            </a:xfrm>
            <a:prstGeom prst="rect">
              <a:avLst/>
            </a:prstGeom>
          </p:spPr>
        </p:pic>
        <p:pic>
          <p:nvPicPr>
            <p:cNvPr id="33" name="图片 32" descr="teacher_tensor([4])_cam_slow_res3"/>
            <p:cNvPicPr>
              <a:picLocks noChangeAspect="1"/>
            </p:cNvPicPr>
            <p:nvPr/>
          </p:nvPicPr>
          <p:blipFill>
            <a:blip r:embed="rId11"/>
            <a:stretch>
              <a:fillRect/>
            </a:stretch>
          </p:blipFill>
          <p:spPr>
            <a:xfrm>
              <a:off x="9367" y="5841"/>
              <a:ext cx="2268" cy="2267"/>
            </a:xfrm>
            <a:prstGeom prst="rect">
              <a:avLst/>
            </a:prstGeom>
          </p:spPr>
        </p:pic>
        <p:pic>
          <p:nvPicPr>
            <p:cNvPr id="34" name="图片 33" descr="student_tensor([4])_cam_slow_res4"/>
            <p:cNvPicPr>
              <a:picLocks noChangeAspect="1"/>
            </p:cNvPicPr>
            <p:nvPr/>
          </p:nvPicPr>
          <p:blipFill>
            <a:blip r:embed="rId12"/>
            <a:stretch>
              <a:fillRect/>
            </a:stretch>
          </p:blipFill>
          <p:spPr>
            <a:xfrm>
              <a:off x="11760" y="8225"/>
              <a:ext cx="2268" cy="2267"/>
            </a:xfrm>
            <a:prstGeom prst="rect">
              <a:avLst/>
            </a:prstGeom>
          </p:spPr>
        </p:pic>
        <p:pic>
          <p:nvPicPr>
            <p:cNvPr id="35" name="图片 34" descr="student_tensor([4])_cam_slow_res3"/>
            <p:cNvPicPr>
              <a:picLocks noChangeAspect="1"/>
            </p:cNvPicPr>
            <p:nvPr/>
          </p:nvPicPr>
          <p:blipFill>
            <a:blip r:embed="rId13"/>
            <a:stretch>
              <a:fillRect/>
            </a:stretch>
          </p:blipFill>
          <p:spPr>
            <a:xfrm>
              <a:off x="9367" y="8225"/>
              <a:ext cx="2268" cy="2267"/>
            </a:xfrm>
            <a:prstGeom prst="rect">
              <a:avLst/>
            </a:prstGeom>
          </p:spPr>
        </p:pic>
        <p:pic>
          <p:nvPicPr>
            <p:cNvPr id="36" name="图片 35" descr="teacher_tensor([4])_cam_slow_res2"/>
            <p:cNvPicPr>
              <a:picLocks noChangeAspect="1"/>
            </p:cNvPicPr>
            <p:nvPr/>
          </p:nvPicPr>
          <p:blipFill>
            <a:blip r:embed="rId14"/>
            <a:stretch>
              <a:fillRect/>
            </a:stretch>
          </p:blipFill>
          <p:spPr>
            <a:xfrm>
              <a:off x="6987" y="5841"/>
              <a:ext cx="2268" cy="2267"/>
            </a:xfrm>
            <a:prstGeom prst="rect">
              <a:avLst/>
            </a:prstGeom>
          </p:spPr>
        </p:pic>
        <p:pic>
          <p:nvPicPr>
            <p:cNvPr id="37" name="图片 36" descr="teacher_tensor([4])_cam_slow_res4"/>
            <p:cNvPicPr>
              <a:picLocks noChangeAspect="1"/>
            </p:cNvPicPr>
            <p:nvPr/>
          </p:nvPicPr>
          <p:blipFill>
            <a:blip r:embed="rId15"/>
            <a:stretch>
              <a:fillRect/>
            </a:stretch>
          </p:blipFill>
          <p:spPr>
            <a:xfrm>
              <a:off x="11760" y="3485"/>
              <a:ext cx="2267" cy="2267"/>
            </a:xfrm>
            <a:prstGeom prst="rect">
              <a:avLst/>
            </a:prstGeom>
          </p:spPr>
        </p:pic>
        <p:pic>
          <p:nvPicPr>
            <p:cNvPr id="38" name="图片 37" descr="student_tensor([4])_cam_slow_res2"/>
            <p:cNvPicPr>
              <a:picLocks noChangeAspect="1"/>
            </p:cNvPicPr>
            <p:nvPr/>
          </p:nvPicPr>
          <p:blipFill>
            <a:blip r:embed="rId16"/>
            <a:stretch>
              <a:fillRect/>
            </a:stretch>
          </p:blipFill>
          <p:spPr>
            <a:xfrm>
              <a:off x="6987" y="8225"/>
              <a:ext cx="2268" cy="2267"/>
            </a:xfrm>
            <a:prstGeom prst="rect">
              <a:avLst/>
            </a:prstGeom>
          </p:spPr>
        </p:pic>
        <p:pic>
          <p:nvPicPr>
            <p:cNvPr id="39" name="图片 38" descr="teacher_tensor([4])_cam_slow_res5"/>
            <p:cNvPicPr>
              <a:picLocks noChangeAspect="1"/>
            </p:cNvPicPr>
            <p:nvPr/>
          </p:nvPicPr>
          <p:blipFill>
            <a:blip r:embed="rId17"/>
            <a:stretch>
              <a:fillRect/>
            </a:stretch>
          </p:blipFill>
          <p:spPr>
            <a:xfrm>
              <a:off x="14149" y="5841"/>
              <a:ext cx="2268" cy="2267"/>
            </a:xfrm>
            <a:prstGeom prst="rect">
              <a:avLst/>
            </a:prstGeom>
          </p:spPr>
        </p:pic>
        <p:sp>
          <p:nvSpPr>
            <p:cNvPr id="45" name="椭圆 44"/>
            <p:cNvSpPr/>
            <p:nvPr>
              <p:custDataLst>
                <p:tags r:id="rId18"/>
              </p:custDataLst>
            </p:nvPr>
          </p:nvSpPr>
          <p:spPr>
            <a:xfrm>
              <a:off x="7646" y="6258"/>
              <a:ext cx="1362" cy="1308"/>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6" name="椭圆 45"/>
            <p:cNvSpPr/>
            <p:nvPr>
              <p:custDataLst>
                <p:tags r:id="rId19"/>
              </p:custDataLst>
            </p:nvPr>
          </p:nvSpPr>
          <p:spPr>
            <a:xfrm>
              <a:off x="7632" y="8616"/>
              <a:ext cx="1362" cy="1308"/>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4" name="椭圆 53"/>
            <p:cNvSpPr/>
            <p:nvPr>
              <p:custDataLst>
                <p:tags r:id="rId20"/>
              </p:custDataLst>
            </p:nvPr>
          </p:nvSpPr>
          <p:spPr>
            <a:xfrm>
              <a:off x="14765" y="6258"/>
              <a:ext cx="1620" cy="1408"/>
            </a:xfrm>
            <a:prstGeom prst="ellipse">
              <a:avLst/>
            </a:prstGeom>
            <a:noFill/>
            <a:ln w="25400">
              <a:solidFill>
                <a:schemeClr val="accent3"/>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椭圆 47"/>
            <p:cNvSpPr/>
            <p:nvPr>
              <p:custDataLst>
                <p:tags r:id="rId21"/>
              </p:custDataLst>
            </p:nvPr>
          </p:nvSpPr>
          <p:spPr>
            <a:xfrm>
              <a:off x="14765" y="8534"/>
              <a:ext cx="1620" cy="1408"/>
            </a:xfrm>
            <a:prstGeom prst="ellipse">
              <a:avLst/>
            </a:prstGeom>
            <a:noFill/>
            <a:ln w="25400">
              <a:solidFill>
                <a:schemeClr val="accent3"/>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50" name="图片 49" descr="modified_mid_frame"/>
            <p:cNvPicPr>
              <a:picLocks noChangeAspect="1"/>
            </p:cNvPicPr>
            <p:nvPr/>
          </p:nvPicPr>
          <p:blipFill>
            <a:blip r:embed="rId22"/>
            <a:stretch>
              <a:fillRect/>
            </a:stretch>
          </p:blipFill>
          <p:spPr>
            <a:xfrm>
              <a:off x="3827" y="6929"/>
              <a:ext cx="2268" cy="2268"/>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 name="文本框 93"/>
          <p:cNvSpPr txBox="1"/>
          <p:nvPr/>
        </p:nvSpPr>
        <p:spPr>
          <a:xfrm>
            <a:off x="3802380" y="1188085"/>
            <a:ext cx="798195" cy="46037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Tea.</a:t>
            </a:r>
            <a:endParaRPr lang="en-US" altLang="zh-CN" sz="2400">
              <a:latin typeface="Times New Roman" panose="02020603050405020304" pitchFamily="18" charset="0"/>
              <a:cs typeface="Times New Roman" panose="02020603050405020304" pitchFamily="18" charset="0"/>
            </a:endParaRPr>
          </a:p>
        </p:txBody>
      </p:sp>
      <p:sp>
        <p:nvSpPr>
          <p:cNvPr id="95" name="文本框 94"/>
          <p:cNvSpPr txBox="1"/>
          <p:nvPr/>
        </p:nvSpPr>
        <p:spPr>
          <a:xfrm>
            <a:off x="3802380" y="4159250"/>
            <a:ext cx="798195" cy="46037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Tea.</a:t>
            </a:r>
            <a:endParaRPr lang="en-US" altLang="zh-CN" sz="2400">
              <a:latin typeface="Times New Roman" panose="02020603050405020304" pitchFamily="18" charset="0"/>
              <a:cs typeface="Times New Roman" panose="02020603050405020304" pitchFamily="18" charset="0"/>
            </a:endParaRPr>
          </a:p>
        </p:txBody>
      </p:sp>
      <p:sp>
        <p:nvSpPr>
          <p:cNvPr id="96" name="文本框 95"/>
          <p:cNvSpPr txBox="1"/>
          <p:nvPr/>
        </p:nvSpPr>
        <p:spPr>
          <a:xfrm>
            <a:off x="3802380" y="2493010"/>
            <a:ext cx="798195" cy="46037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Stu.</a:t>
            </a:r>
            <a:endParaRPr lang="en-US" altLang="zh-CN" sz="2400">
              <a:latin typeface="Times New Roman" panose="02020603050405020304" pitchFamily="18" charset="0"/>
              <a:cs typeface="Times New Roman" panose="02020603050405020304" pitchFamily="18" charset="0"/>
            </a:endParaRPr>
          </a:p>
        </p:txBody>
      </p:sp>
      <p:sp>
        <p:nvSpPr>
          <p:cNvPr id="97" name="文本框 96"/>
          <p:cNvSpPr txBox="1"/>
          <p:nvPr/>
        </p:nvSpPr>
        <p:spPr>
          <a:xfrm>
            <a:off x="3803015" y="5656580"/>
            <a:ext cx="797560" cy="46037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Stu.</a:t>
            </a:r>
            <a:endParaRPr lang="en-US" altLang="zh-CN" sz="2400">
              <a:latin typeface="Times New Roman" panose="02020603050405020304" pitchFamily="18" charset="0"/>
              <a:cs typeface="Times New Roman" panose="02020603050405020304" pitchFamily="18" charset="0"/>
            </a:endParaRPr>
          </a:p>
        </p:txBody>
      </p:sp>
      <p:sp>
        <p:nvSpPr>
          <p:cNvPr id="102" name="文本框 101"/>
          <p:cNvSpPr txBox="1"/>
          <p:nvPr/>
        </p:nvSpPr>
        <p:spPr>
          <a:xfrm>
            <a:off x="2044065" y="2953385"/>
            <a:ext cx="2292985" cy="46037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Origin Sample</a:t>
            </a:r>
            <a:endParaRPr lang="en-US" altLang="zh-CN" sz="2400">
              <a:latin typeface="Times New Roman" panose="02020603050405020304" pitchFamily="18" charset="0"/>
              <a:cs typeface="Times New Roman" panose="02020603050405020304" pitchFamily="18" charset="0"/>
            </a:endParaRPr>
          </a:p>
        </p:txBody>
      </p:sp>
      <p:sp>
        <p:nvSpPr>
          <p:cNvPr id="106" name="文本框 105"/>
          <p:cNvSpPr txBox="1"/>
          <p:nvPr/>
        </p:nvSpPr>
        <p:spPr>
          <a:xfrm>
            <a:off x="2044065" y="5933440"/>
            <a:ext cx="2337435" cy="46037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Our Sample*</a:t>
            </a:r>
            <a:endParaRPr lang="en-US" altLang="zh-CN" sz="2400">
              <a:latin typeface="Times New Roman" panose="02020603050405020304" pitchFamily="18" charset="0"/>
              <a:cs typeface="Times New Roman" panose="02020603050405020304" pitchFamily="18" charset="0"/>
            </a:endParaRPr>
          </a:p>
        </p:txBody>
      </p:sp>
      <p:sp>
        <p:nvSpPr>
          <p:cNvPr id="98" name="文本框 97"/>
          <p:cNvSpPr txBox="1"/>
          <p:nvPr/>
        </p:nvSpPr>
        <p:spPr>
          <a:xfrm>
            <a:off x="4688205" y="191770"/>
            <a:ext cx="1157605" cy="46037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Layer1</a:t>
            </a:r>
            <a:endParaRPr lang="en-US" altLang="zh-CN" sz="2400">
              <a:latin typeface="Times New Roman" panose="02020603050405020304" pitchFamily="18" charset="0"/>
              <a:cs typeface="Times New Roman" panose="02020603050405020304" pitchFamily="18" charset="0"/>
            </a:endParaRPr>
          </a:p>
        </p:txBody>
      </p:sp>
      <p:sp>
        <p:nvSpPr>
          <p:cNvPr id="99" name="文本框 98"/>
          <p:cNvSpPr txBox="1"/>
          <p:nvPr/>
        </p:nvSpPr>
        <p:spPr>
          <a:xfrm>
            <a:off x="6049010" y="191770"/>
            <a:ext cx="1264920" cy="46037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Layer2</a:t>
            </a:r>
            <a:endParaRPr lang="en-US" altLang="zh-CN" sz="2400">
              <a:latin typeface="Times New Roman" panose="02020603050405020304" pitchFamily="18" charset="0"/>
              <a:cs typeface="Times New Roman" panose="02020603050405020304" pitchFamily="18" charset="0"/>
            </a:endParaRPr>
          </a:p>
        </p:txBody>
      </p:sp>
      <p:sp>
        <p:nvSpPr>
          <p:cNvPr id="100" name="文本框 99"/>
          <p:cNvSpPr txBox="1"/>
          <p:nvPr/>
        </p:nvSpPr>
        <p:spPr>
          <a:xfrm>
            <a:off x="7547610" y="191770"/>
            <a:ext cx="1264920" cy="46037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Layer3</a:t>
            </a:r>
            <a:endParaRPr lang="en-US" altLang="zh-CN" sz="2400">
              <a:latin typeface="Times New Roman" panose="02020603050405020304" pitchFamily="18" charset="0"/>
              <a:cs typeface="Times New Roman" panose="02020603050405020304" pitchFamily="18" charset="0"/>
            </a:endParaRPr>
          </a:p>
        </p:txBody>
      </p:sp>
      <p:sp>
        <p:nvSpPr>
          <p:cNvPr id="101" name="文本框 100"/>
          <p:cNvSpPr txBox="1"/>
          <p:nvPr/>
        </p:nvSpPr>
        <p:spPr>
          <a:xfrm>
            <a:off x="9029700" y="192405"/>
            <a:ext cx="1264920" cy="46037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Layer4</a:t>
            </a:r>
            <a:endParaRPr lang="en-US" altLang="zh-CN" sz="2400">
              <a:latin typeface="Times New Roman" panose="02020603050405020304" pitchFamily="18" charset="0"/>
              <a:cs typeface="Times New Roman" panose="02020603050405020304" pitchFamily="18" charset="0"/>
            </a:endParaRPr>
          </a:p>
        </p:txBody>
      </p:sp>
      <p:pic>
        <p:nvPicPr>
          <p:cNvPr id="2" name="图片 1" descr="student_tensor([56])_pri"/>
          <p:cNvPicPr>
            <a:picLocks noChangeAspect="1"/>
          </p:cNvPicPr>
          <p:nvPr/>
        </p:nvPicPr>
        <p:blipFill>
          <a:blip r:embed="rId1"/>
          <a:stretch>
            <a:fillRect/>
          </a:stretch>
        </p:blipFill>
        <p:spPr>
          <a:xfrm>
            <a:off x="2362200" y="1398270"/>
            <a:ext cx="1440180" cy="1440180"/>
          </a:xfrm>
          <a:prstGeom prst="rect">
            <a:avLst/>
          </a:prstGeom>
        </p:spPr>
      </p:pic>
      <p:pic>
        <p:nvPicPr>
          <p:cNvPr id="3" name="图片 2" descr="teacher_tensor([56])_cam_slow_res2"/>
          <p:cNvPicPr>
            <a:picLocks noChangeAspect="1"/>
          </p:cNvPicPr>
          <p:nvPr/>
        </p:nvPicPr>
        <p:blipFill>
          <a:blip r:embed="rId2"/>
          <a:stretch>
            <a:fillRect/>
          </a:stretch>
        </p:blipFill>
        <p:spPr>
          <a:xfrm>
            <a:off x="4427855" y="716280"/>
            <a:ext cx="1440180" cy="1440180"/>
          </a:xfrm>
          <a:prstGeom prst="rect">
            <a:avLst/>
          </a:prstGeom>
        </p:spPr>
      </p:pic>
      <p:pic>
        <p:nvPicPr>
          <p:cNvPr id="4" name="图片 3" descr="teacher_tensor([56])_cam_slow_res3"/>
          <p:cNvPicPr>
            <a:picLocks noChangeAspect="1"/>
          </p:cNvPicPr>
          <p:nvPr/>
        </p:nvPicPr>
        <p:blipFill>
          <a:blip r:embed="rId3"/>
          <a:stretch>
            <a:fillRect/>
          </a:stretch>
        </p:blipFill>
        <p:spPr>
          <a:xfrm>
            <a:off x="5943600" y="718185"/>
            <a:ext cx="1440180" cy="1440180"/>
          </a:xfrm>
          <a:prstGeom prst="rect">
            <a:avLst/>
          </a:prstGeom>
        </p:spPr>
      </p:pic>
      <p:pic>
        <p:nvPicPr>
          <p:cNvPr id="5" name="图片 4" descr="teacher_tensor([56])_cam_slow_res4"/>
          <p:cNvPicPr>
            <a:picLocks noChangeAspect="1"/>
          </p:cNvPicPr>
          <p:nvPr/>
        </p:nvPicPr>
        <p:blipFill>
          <a:blip r:embed="rId4"/>
          <a:stretch>
            <a:fillRect/>
          </a:stretch>
        </p:blipFill>
        <p:spPr>
          <a:xfrm>
            <a:off x="7454265" y="724535"/>
            <a:ext cx="1440180" cy="1440180"/>
          </a:xfrm>
          <a:prstGeom prst="rect">
            <a:avLst/>
          </a:prstGeom>
        </p:spPr>
      </p:pic>
      <p:pic>
        <p:nvPicPr>
          <p:cNvPr id="6" name="图片 5" descr="student_tensor([56])_cam_slow_res5"/>
          <p:cNvPicPr>
            <a:picLocks noChangeAspect="1"/>
          </p:cNvPicPr>
          <p:nvPr/>
        </p:nvPicPr>
        <p:blipFill>
          <a:blip r:embed="rId5"/>
          <a:stretch>
            <a:fillRect/>
          </a:stretch>
        </p:blipFill>
        <p:spPr>
          <a:xfrm>
            <a:off x="8987155" y="2221230"/>
            <a:ext cx="1440180" cy="1440180"/>
          </a:xfrm>
          <a:prstGeom prst="rect">
            <a:avLst/>
          </a:prstGeom>
        </p:spPr>
      </p:pic>
      <p:pic>
        <p:nvPicPr>
          <p:cNvPr id="7" name="图片 6" descr="teacher_tensor([56])_cam_slow_res5"/>
          <p:cNvPicPr>
            <a:picLocks noChangeAspect="1"/>
          </p:cNvPicPr>
          <p:nvPr/>
        </p:nvPicPr>
        <p:blipFill>
          <a:blip r:embed="rId6"/>
          <a:stretch>
            <a:fillRect/>
          </a:stretch>
        </p:blipFill>
        <p:spPr>
          <a:xfrm>
            <a:off x="8984615" y="725170"/>
            <a:ext cx="1440180" cy="1440180"/>
          </a:xfrm>
          <a:prstGeom prst="rect">
            <a:avLst/>
          </a:prstGeom>
        </p:spPr>
      </p:pic>
      <p:pic>
        <p:nvPicPr>
          <p:cNvPr id="8" name="图片 7" descr="student_tensor([56])_cam_slow_res2"/>
          <p:cNvPicPr>
            <a:picLocks noChangeAspect="1"/>
          </p:cNvPicPr>
          <p:nvPr/>
        </p:nvPicPr>
        <p:blipFill>
          <a:blip r:embed="rId7"/>
          <a:stretch>
            <a:fillRect/>
          </a:stretch>
        </p:blipFill>
        <p:spPr>
          <a:xfrm>
            <a:off x="4427855" y="2217420"/>
            <a:ext cx="1440180" cy="1440180"/>
          </a:xfrm>
          <a:prstGeom prst="rect">
            <a:avLst/>
          </a:prstGeom>
        </p:spPr>
      </p:pic>
      <p:pic>
        <p:nvPicPr>
          <p:cNvPr id="9" name="图片 8" descr="student_tensor([56])_cam_slow_res4"/>
          <p:cNvPicPr>
            <a:picLocks noChangeAspect="1"/>
          </p:cNvPicPr>
          <p:nvPr/>
        </p:nvPicPr>
        <p:blipFill>
          <a:blip r:embed="rId8"/>
          <a:stretch>
            <a:fillRect/>
          </a:stretch>
        </p:blipFill>
        <p:spPr>
          <a:xfrm>
            <a:off x="7446645" y="2223770"/>
            <a:ext cx="1440180" cy="1440180"/>
          </a:xfrm>
          <a:prstGeom prst="rect">
            <a:avLst/>
          </a:prstGeom>
        </p:spPr>
      </p:pic>
      <p:pic>
        <p:nvPicPr>
          <p:cNvPr id="10" name="图片 9" descr="student_tensor([56])_cam_slow_res3"/>
          <p:cNvPicPr>
            <a:picLocks noChangeAspect="1"/>
          </p:cNvPicPr>
          <p:nvPr/>
        </p:nvPicPr>
        <p:blipFill>
          <a:blip r:embed="rId9"/>
          <a:stretch>
            <a:fillRect/>
          </a:stretch>
        </p:blipFill>
        <p:spPr>
          <a:xfrm>
            <a:off x="5943600" y="2221230"/>
            <a:ext cx="1440180" cy="1440180"/>
          </a:xfrm>
          <a:prstGeom prst="rect">
            <a:avLst/>
          </a:prstGeom>
        </p:spPr>
      </p:pic>
      <p:pic>
        <p:nvPicPr>
          <p:cNvPr id="12" name="图片 11" descr="student_tensor([56])_cam_slow_res5"/>
          <p:cNvPicPr>
            <a:picLocks noChangeAspect="1"/>
          </p:cNvPicPr>
          <p:nvPr/>
        </p:nvPicPr>
        <p:blipFill>
          <a:blip r:embed="rId10"/>
          <a:stretch>
            <a:fillRect/>
          </a:stretch>
        </p:blipFill>
        <p:spPr>
          <a:xfrm>
            <a:off x="8997950" y="5207635"/>
            <a:ext cx="1440180" cy="1440180"/>
          </a:xfrm>
          <a:prstGeom prst="rect">
            <a:avLst/>
          </a:prstGeom>
        </p:spPr>
      </p:pic>
      <p:pic>
        <p:nvPicPr>
          <p:cNvPr id="13" name="图片 12" descr="student_tensor([56])_cam_slow_res4"/>
          <p:cNvPicPr>
            <a:picLocks noChangeAspect="1"/>
          </p:cNvPicPr>
          <p:nvPr/>
        </p:nvPicPr>
        <p:blipFill>
          <a:blip r:embed="rId11"/>
          <a:stretch>
            <a:fillRect/>
          </a:stretch>
        </p:blipFill>
        <p:spPr>
          <a:xfrm>
            <a:off x="7482840" y="5207000"/>
            <a:ext cx="1440180" cy="1440180"/>
          </a:xfrm>
          <a:prstGeom prst="rect">
            <a:avLst/>
          </a:prstGeom>
        </p:spPr>
      </p:pic>
      <p:pic>
        <p:nvPicPr>
          <p:cNvPr id="14" name="图片 13" descr="student_tensor([56])_cam_slow_res3"/>
          <p:cNvPicPr>
            <a:picLocks noChangeAspect="1"/>
          </p:cNvPicPr>
          <p:nvPr/>
        </p:nvPicPr>
        <p:blipFill>
          <a:blip r:embed="rId12"/>
          <a:stretch>
            <a:fillRect/>
          </a:stretch>
        </p:blipFill>
        <p:spPr>
          <a:xfrm>
            <a:off x="5944235" y="5230495"/>
            <a:ext cx="1440180" cy="1440180"/>
          </a:xfrm>
          <a:prstGeom prst="rect">
            <a:avLst/>
          </a:prstGeom>
        </p:spPr>
      </p:pic>
      <p:pic>
        <p:nvPicPr>
          <p:cNvPr id="17" name="图片 16" descr="student_tensor([56])_cam_slow_res2"/>
          <p:cNvPicPr>
            <a:picLocks noChangeAspect="1"/>
          </p:cNvPicPr>
          <p:nvPr/>
        </p:nvPicPr>
        <p:blipFill>
          <a:blip r:embed="rId13"/>
          <a:stretch>
            <a:fillRect/>
          </a:stretch>
        </p:blipFill>
        <p:spPr>
          <a:xfrm>
            <a:off x="4424680" y="5230495"/>
            <a:ext cx="1440180" cy="1440180"/>
          </a:xfrm>
          <a:prstGeom prst="rect">
            <a:avLst/>
          </a:prstGeom>
        </p:spPr>
      </p:pic>
      <p:pic>
        <p:nvPicPr>
          <p:cNvPr id="18" name="图片 17" descr="student_tensor([56])_cam_slow_res3"/>
          <p:cNvPicPr>
            <a:picLocks noChangeAspect="1"/>
          </p:cNvPicPr>
          <p:nvPr/>
        </p:nvPicPr>
        <p:blipFill>
          <a:blip r:embed="rId14"/>
          <a:stretch>
            <a:fillRect/>
          </a:stretch>
        </p:blipFill>
        <p:spPr>
          <a:xfrm>
            <a:off x="5944235" y="3725545"/>
            <a:ext cx="1440180" cy="1440180"/>
          </a:xfrm>
          <a:prstGeom prst="rect">
            <a:avLst/>
          </a:prstGeom>
        </p:spPr>
      </p:pic>
      <p:pic>
        <p:nvPicPr>
          <p:cNvPr id="19" name="图片 18" descr="student_tensor([56])_cam_slow_res2"/>
          <p:cNvPicPr>
            <a:picLocks noChangeAspect="1"/>
          </p:cNvPicPr>
          <p:nvPr/>
        </p:nvPicPr>
        <p:blipFill>
          <a:blip r:embed="rId15"/>
          <a:stretch>
            <a:fillRect/>
          </a:stretch>
        </p:blipFill>
        <p:spPr>
          <a:xfrm>
            <a:off x="4427855" y="3724275"/>
            <a:ext cx="1440180" cy="1440180"/>
          </a:xfrm>
          <a:prstGeom prst="rect">
            <a:avLst/>
          </a:prstGeom>
        </p:spPr>
      </p:pic>
      <p:pic>
        <p:nvPicPr>
          <p:cNvPr id="20" name="图片 19" descr="student_tensor([56])_cam_slow_res5"/>
          <p:cNvPicPr/>
          <p:nvPr/>
        </p:nvPicPr>
        <p:blipFill>
          <a:blip r:embed="rId16"/>
          <a:stretch>
            <a:fillRect/>
          </a:stretch>
        </p:blipFill>
        <p:spPr>
          <a:xfrm>
            <a:off x="8997950" y="3714750"/>
            <a:ext cx="1440180" cy="1440180"/>
          </a:xfrm>
          <a:prstGeom prst="rect">
            <a:avLst/>
          </a:prstGeom>
        </p:spPr>
      </p:pic>
      <p:pic>
        <p:nvPicPr>
          <p:cNvPr id="21" name="图片 20" descr="student_tensor([56])_cam_slow_res4"/>
          <p:cNvPicPr>
            <a:picLocks noChangeAspect="1"/>
          </p:cNvPicPr>
          <p:nvPr/>
        </p:nvPicPr>
        <p:blipFill>
          <a:blip r:embed="rId17"/>
          <a:stretch>
            <a:fillRect/>
          </a:stretch>
        </p:blipFill>
        <p:spPr>
          <a:xfrm>
            <a:off x="7443470" y="3715385"/>
            <a:ext cx="1440180" cy="1440180"/>
          </a:xfrm>
          <a:prstGeom prst="rect">
            <a:avLst/>
          </a:prstGeom>
        </p:spPr>
      </p:pic>
      <p:pic>
        <p:nvPicPr>
          <p:cNvPr id="25" name="图片 24" descr="modified_mid_frame"/>
          <p:cNvPicPr>
            <a:picLocks noChangeAspect="1"/>
          </p:cNvPicPr>
          <p:nvPr/>
        </p:nvPicPr>
        <p:blipFill>
          <a:blip r:embed="rId18"/>
          <a:stretch>
            <a:fillRect/>
          </a:stretch>
        </p:blipFill>
        <p:spPr>
          <a:xfrm>
            <a:off x="2371725" y="4408805"/>
            <a:ext cx="1440180" cy="1440180"/>
          </a:xfrm>
          <a:prstGeom prst="rect">
            <a:avLst/>
          </a:prstGeom>
        </p:spPr>
      </p:pic>
      <p:sp>
        <p:nvSpPr>
          <p:cNvPr id="54" name="椭圆 53"/>
          <p:cNvSpPr/>
          <p:nvPr>
            <p:custDataLst>
              <p:tags r:id="rId19"/>
            </p:custDataLst>
          </p:nvPr>
        </p:nvSpPr>
        <p:spPr>
          <a:xfrm>
            <a:off x="9217025" y="3973830"/>
            <a:ext cx="1028700" cy="894080"/>
          </a:xfrm>
          <a:prstGeom prst="ellipse">
            <a:avLst/>
          </a:prstGeom>
          <a:noFill/>
          <a:ln w="25400">
            <a:solidFill>
              <a:schemeClr val="accent3"/>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椭圆 10"/>
          <p:cNvSpPr/>
          <p:nvPr>
            <p:custDataLst>
              <p:tags r:id="rId20"/>
            </p:custDataLst>
          </p:nvPr>
        </p:nvSpPr>
        <p:spPr>
          <a:xfrm>
            <a:off x="9217025" y="5499735"/>
            <a:ext cx="1028700" cy="894080"/>
          </a:xfrm>
          <a:prstGeom prst="ellipse">
            <a:avLst/>
          </a:prstGeom>
          <a:noFill/>
          <a:ln w="25400">
            <a:solidFill>
              <a:schemeClr val="accent3"/>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5" name="椭圆 44"/>
          <p:cNvSpPr/>
          <p:nvPr>
            <p:custDataLst>
              <p:tags r:id="rId21"/>
            </p:custDataLst>
          </p:nvPr>
        </p:nvSpPr>
        <p:spPr>
          <a:xfrm>
            <a:off x="4522470" y="4159250"/>
            <a:ext cx="864870" cy="830580"/>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椭圆 14"/>
          <p:cNvSpPr/>
          <p:nvPr>
            <p:custDataLst>
              <p:tags r:id="rId22"/>
            </p:custDataLst>
          </p:nvPr>
        </p:nvSpPr>
        <p:spPr>
          <a:xfrm>
            <a:off x="4522470" y="5713095"/>
            <a:ext cx="864870" cy="830580"/>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组合 3"/>
          <p:cNvGrpSpPr/>
          <p:nvPr/>
        </p:nvGrpSpPr>
        <p:grpSpPr>
          <a:xfrm>
            <a:off x="2230755" y="133350"/>
            <a:ext cx="8206105" cy="6484620"/>
            <a:chOff x="3513" y="302"/>
            <a:chExt cx="12923" cy="10212"/>
          </a:xfrm>
        </p:grpSpPr>
        <p:sp>
          <p:nvSpPr>
            <p:cNvPr id="94" name="文本框 93"/>
            <p:cNvSpPr txBox="1"/>
            <p:nvPr/>
          </p:nvSpPr>
          <p:spPr>
            <a:xfrm>
              <a:off x="5998" y="1871"/>
              <a:ext cx="1257"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Tea.</a:t>
              </a:r>
              <a:endParaRPr lang="en-US" altLang="zh-CN" sz="2400">
                <a:latin typeface="Times New Roman" panose="02020603050405020304" pitchFamily="18" charset="0"/>
                <a:cs typeface="Times New Roman" panose="02020603050405020304" pitchFamily="18" charset="0"/>
              </a:endParaRPr>
            </a:p>
          </p:txBody>
        </p:sp>
        <p:sp>
          <p:nvSpPr>
            <p:cNvPr id="95" name="文本框 94"/>
            <p:cNvSpPr txBox="1"/>
            <p:nvPr/>
          </p:nvSpPr>
          <p:spPr>
            <a:xfrm>
              <a:off x="5998" y="6550"/>
              <a:ext cx="1257"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Tea.</a:t>
              </a:r>
              <a:endParaRPr lang="en-US" altLang="zh-CN" sz="2400">
                <a:latin typeface="Times New Roman" panose="02020603050405020304" pitchFamily="18" charset="0"/>
                <a:cs typeface="Times New Roman" panose="02020603050405020304" pitchFamily="18" charset="0"/>
              </a:endParaRPr>
            </a:p>
          </p:txBody>
        </p:sp>
        <p:sp>
          <p:nvSpPr>
            <p:cNvPr id="96" name="文本框 95"/>
            <p:cNvSpPr txBox="1"/>
            <p:nvPr/>
          </p:nvSpPr>
          <p:spPr>
            <a:xfrm>
              <a:off x="5998" y="3926"/>
              <a:ext cx="1257"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Stu.</a:t>
              </a:r>
              <a:endParaRPr lang="en-US" altLang="zh-CN" sz="2400">
                <a:latin typeface="Times New Roman" panose="02020603050405020304" pitchFamily="18" charset="0"/>
                <a:cs typeface="Times New Roman" panose="02020603050405020304" pitchFamily="18" charset="0"/>
              </a:endParaRPr>
            </a:p>
          </p:txBody>
        </p:sp>
        <p:sp>
          <p:nvSpPr>
            <p:cNvPr id="97" name="文本框 96"/>
            <p:cNvSpPr txBox="1"/>
            <p:nvPr/>
          </p:nvSpPr>
          <p:spPr>
            <a:xfrm>
              <a:off x="5999" y="8908"/>
              <a:ext cx="1256"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Stu.</a:t>
              </a:r>
              <a:endParaRPr lang="en-US" altLang="zh-CN" sz="2400">
                <a:latin typeface="Times New Roman" panose="02020603050405020304" pitchFamily="18" charset="0"/>
                <a:cs typeface="Times New Roman" panose="02020603050405020304" pitchFamily="18" charset="0"/>
              </a:endParaRPr>
            </a:p>
          </p:txBody>
        </p:sp>
        <p:sp>
          <p:nvSpPr>
            <p:cNvPr id="102" name="文本框 101"/>
            <p:cNvSpPr txBox="1"/>
            <p:nvPr/>
          </p:nvSpPr>
          <p:spPr>
            <a:xfrm>
              <a:off x="3513" y="4570"/>
              <a:ext cx="3110"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Origin Sample</a:t>
              </a:r>
              <a:endParaRPr lang="en-US" altLang="zh-CN" sz="2400">
                <a:latin typeface="Times New Roman" panose="02020603050405020304" pitchFamily="18" charset="0"/>
                <a:cs typeface="Times New Roman" panose="02020603050405020304" pitchFamily="18" charset="0"/>
              </a:endParaRPr>
            </a:p>
          </p:txBody>
        </p:sp>
        <p:sp>
          <p:nvSpPr>
            <p:cNvPr id="106" name="文本框 105"/>
            <p:cNvSpPr txBox="1"/>
            <p:nvPr/>
          </p:nvSpPr>
          <p:spPr>
            <a:xfrm>
              <a:off x="3513" y="9330"/>
              <a:ext cx="2839"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Our Sample*</a:t>
              </a:r>
              <a:endParaRPr lang="en-US" altLang="zh-CN" sz="2400">
                <a:latin typeface="Times New Roman" panose="02020603050405020304" pitchFamily="18" charset="0"/>
                <a:cs typeface="Times New Roman" panose="02020603050405020304" pitchFamily="18" charset="0"/>
              </a:endParaRPr>
            </a:p>
          </p:txBody>
        </p:sp>
        <p:sp>
          <p:nvSpPr>
            <p:cNvPr id="98" name="文本框 97"/>
            <p:cNvSpPr txBox="1"/>
            <p:nvPr/>
          </p:nvSpPr>
          <p:spPr>
            <a:xfrm>
              <a:off x="7383" y="302"/>
              <a:ext cx="1823" cy="725"/>
            </a:xfrm>
            <a:prstGeom prst="rect">
              <a:avLst/>
            </a:prstGeom>
            <a:noFill/>
          </p:spPr>
          <p:txBody>
            <a:bodyPr wrap="square" rtlCol="0">
              <a:spAutoFit/>
            </a:bodyPr>
            <a:p>
              <a:r>
                <a:rPr lang="en-US" altLang="zh-CN" sz="2400">
                  <a:latin typeface="Times New Roman" panose="02020603050405020304" pitchFamily="18" charset="0"/>
                  <a:cs typeface="Times New Roman" panose="02020603050405020304" pitchFamily="18" charset="0"/>
                </a:rPr>
                <a:t>Layer1</a:t>
              </a:r>
              <a:endParaRPr lang="en-US" altLang="zh-CN" sz="2400">
                <a:latin typeface="Times New Roman" panose="02020603050405020304" pitchFamily="18" charset="0"/>
                <a:cs typeface="Times New Roman" panose="02020603050405020304" pitchFamily="18" charset="0"/>
              </a:endParaRPr>
            </a:p>
          </p:txBody>
        </p:sp>
        <p:sp>
          <p:nvSpPr>
            <p:cNvPr id="99" name="文本框 98"/>
            <p:cNvSpPr txBox="1"/>
            <p:nvPr/>
          </p:nvSpPr>
          <p:spPr>
            <a:xfrm>
              <a:off x="9526" y="302"/>
              <a:ext cx="1992" cy="72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Layer2</a:t>
              </a:r>
              <a:endParaRPr lang="en-US" altLang="zh-CN" sz="2400">
                <a:latin typeface="Times New Roman" panose="02020603050405020304" pitchFamily="18" charset="0"/>
                <a:cs typeface="Times New Roman" panose="02020603050405020304" pitchFamily="18" charset="0"/>
              </a:endParaRPr>
            </a:p>
          </p:txBody>
        </p:sp>
        <p:sp>
          <p:nvSpPr>
            <p:cNvPr id="100" name="文本框 99"/>
            <p:cNvSpPr txBox="1"/>
            <p:nvPr/>
          </p:nvSpPr>
          <p:spPr>
            <a:xfrm>
              <a:off x="11886" y="302"/>
              <a:ext cx="1992" cy="72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Layer3</a:t>
              </a:r>
              <a:endParaRPr lang="en-US" altLang="zh-CN" sz="2400">
                <a:latin typeface="Times New Roman" panose="02020603050405020304" pitchFamily="18" charset="0"/>
                <a:cs typeface="Times New Roman" panose="02020603050405020304" pitchFamily="18" charset="0"/>
              </a:endParaRPr>
            </a:p>
          </p:txBody>
        </p:sp>
        <p:sp>
          <p:nvSpPr>
            <p:cNvPr id="101" name="文本框 100"/>
            <p:cNvSpPr txBox="1"/>
            <p:nvPr/>
          </p:nvSpPr>
          <p:spPr>
            <a:xfrm>
              <a:off x="14220" y="303"/>
              <a:ext cx="1992" cy="725"/>
            </a:xfrm>
            <a:prstGeom prst="rect">
              <a:avLst/>
            </a:prstGeom>
            <a:noFill/>
          </p:spPr>
          <p:txBody>
            <a:bodyPr wrap="square" rtlCol="0">
              <a:spAutoFit/>
            </a:bodyPr>
            <a:p>
              <a:pPr algn="ctr"/>
              <a:r>
                <a:rPr lang="en-US" altLang="zh-CN" sz="2400">
                  <a:latin typeface="Times New Roman" panose="02020603050405020304" pitchFamily="18" charset="0"/>
                  <a:cs typeface="Times New Roman" panose="02020603050405020304" pitchFamily="18" charset="0"/>
                </a:rPr>
                <a:t>Layer4</a:t>
              </a:r>
              <a:endParaRPr lang="en-US" altLang="zh-CN" sz="2400">
                <a:latin typeface="Times New Roman" panose="02020603050405020304" pitchFamily="18" charset="0"/>
                <a:cs typeface="Times New Roman" panose="02020603050405020304" pitchFamily="18" charset="0"/>
              </a:endParaRPr>
            </a:p>
          </p:txBody>
        </p:sp>
        <p:pic>
          <p:nvPicPr>
            <p:cNvPr id="11" name="图片 10" descr="teacher_tensor([30])_pri"/>
            <p:cNvPicPr>
              <a:picLocks noChangeAspect="1"/>
            </p:cNvPicPr>
            <p:nvPr/>
          </p:nvPicPr>
          <p:blipFill>
            <a:blip r:embed="rId1"/>
            <a:stretch>
              <a:fillRect/>
            </a:stretch>
          </p:blipFill>
          <p:spPr>
            <a:xfrm>
              <a:off x="3847" y="2213"/>
              <a:ext cx="2268" cy="2268"/>
            </a:xfrm>
            <a:prstGeom prst="rect">
              <a:avLst/>
            </a:prstGeom>
          </p:spPr>
        </p:pic>
        <p:pic>
          <p:nvPicPr>
            <p:cNvPr id="15" name="图片 14" descr="teacher_tensor([30])_cam_slow_res2"/>
            <p:cNvPicPr>
              <a:picLocks noChangeAspect="1"/>
            </p:cNvPicPr>
            <p:nvPr/>
          </p:nvPicPr>
          <p:blipFill>
            <a:blip r:embed="rId2"/>
            <a:stretch>
              <a:fillRect/>
            </a:stretch>
          </p:blipFill>
          <p:spPr>
            <a:xfrm>
              <a:off x="6951" y="1119"/>
              <a:ext cx="2268" cy="2268"/>
            </a:xfrm>
            <a:prstGeom prst="rect">
              <a:avLst/>
            </a:prstGeom>
          </p:spPr>
        </p:pic>
        <p:pic>
          <p:nvPicPr>
            <p:cNvPr id="22" name="图片 21" descr="teacher_tensor([30])_cam_slow_res3"/>
            <p:cNvPicPr>
              <a:picLocks noChangeAspect="1"/>
            </p:cNvPicPr>
            <p:nvPr/>
          </p:nvPicPr>
          <p:blipFill>
            <a:blip r:embed="rId3"/>
            <a:stretch>
              <a:fillRect/>
            </a:stretch>
          </p:blipFill>
          <p:spPr>
            <a:xfrm>
              <a:off x="9353" y="1129"/>
              <a:ext cx="2267" cy="2268"/>
            </a:xfrm>
            <a:prstGeom prst="rect">
              <a:avLst/>
            </a:prstGeom>
          </p:spPr>
        </p:pic>
        <p:pic>
          <p:nvPicPr>
            <p:cNvPr id="23" name="图片 22" descr="student_tensor([30])_cam_slow_res4"/>
            <p:cNvPicPr>
              <a:picLocks noChangeAspect="1"/>
            </p:cNvPicPr>
            <p:nvPr/>
          </p:nvPicPr>
          <p:blipFill>
            <a:blip r:embed="rId4"/>
            <a:stretch>
              <a:fillRect/>
            </a:stretch>
          </p:blipFill>
          <p:spPr>
            <a:xfrm>
              <a:off x="11764" y="3491"/>
              <a:ext cx="2267" cy="2268"/>
            </a:xfrm>
            <a:prstGeom prst="rect">
              <a:avLst/>
            </a:prstGeom>
          </p:spPr>
        </p:pic>
        <p:pic>
          <p:nvPicPr>
            <p:cNvPr id="24" name="图片 23" descr="student_tensor([30])_cam_slow_res5"/>
            <p:cNvPicPr>
              <a:picLocks noChangeAspect="1"/>
            </p:cNvPicPr>
            <p:nvPr/>
          </p:nvPicPr>
          <p:blipFill>
            <a:blip r:embed="rId5"/>
            <a:stretch>
              <a:fillRect/>
            </a:stretch>
          </p:blipFill>
          <p:spPr>
            <a:xfrm>
              <a:off x="14170" y="3480"/>
              <a:ext cx="2267" cy="2268"/>
            </a:xfrm>
            <a:prstGeom prst="rect">
              <a:avLst/>
            </a:prstGeom>
          </p:spPr>
        </p:pic>
        <p:pic>
          <p:nvPicPr>
            <p:cNvPr id="25" name="图片 24" descr="student_tensor([30])_cam_slow_res3"/>
            <p:cNvPicPr>
              <a:picLocks noChangeAspect="1"/>
            </p:cNvPicPr>
            <p:nvPr/>
          </p:nvPicPr>
          <p:blipFill>
            <a:blip r:embed="rId6"/>
            <a:stretch>
              <a:fillRect/>
            </a:stretch>
          </p:blipFill>
          <p:spPr>
            <a:xfrm>
              <a:off x="9358" y="3497"/>
              <a:ext cx="2267" cy="2268"/>
            </a:xfrm>
            <a:prstGeom prst="rect">
              <a:avLst/>
            </a:prstGeom>
          </p:spPr>
        </p:pic>
        <p:pic>
          <p:nvPicPr>
            <p:cNvPr id="26" name="图片 25" descr="student_tensor([30])_cam_slow_res2"/>
            <p:cNvPicPr>
              <a:picLocks noChangeAspect="1"/>
            </p:cNvPicPr>
            <p:nvPr/>
          </p:nvPicPr>
          <p:blipFill>
            <a:blip r:embed="rId7"/>
            <a:stretch>
              <a:fillRect/>
            </a:stretch>
          </p:blipFill>
          <p:spPr>
            <a:xfrm>
              <a:off x="6951" y="3492"/>
              <a:ext cx="2268" cy="2268"/>
            </a:xfrm>
            <a:prstGeom prst="rect">
              <a:avLst/>
            </a:prstGeom>
          </p:spPr>
        </p:pic>
        <p:pic>
          <p:nvPicPr>
            <p:cNvPr id="27" name="图片 26" descr="teacher_tensor([30])_cam_slow_res4"/>
            <p:cNvPicPr>
              <a:picLocks noChangeAspect="1"/>
            </p:cNvPicPr>
            <p:nvPr/>
          </p:nvPicPr>
          <p:blipFill>
            <a:blip r:embed="rId8"/>
            <a:stretch>
              <a:fillRect/>
            </a:stretch>
          </p:blipFill>
          <p:spPr>
            <a:xfrm>
              <a:off x="11754" y="1131"/>
              <a:ext cx="2267" cy="2268"/>
            </a:xfrm>
            <a:prstGeom prst="rect">
              <a:avLst/>
            </a:prstGeom>
          </p:spPr>
        </p:pic>
        <p:pic>
          <p:nvPicPr>
            <p:cNvPr id="28" name="图片 27" descr="teacher_tensor([30])_cam_slow_res5"/>
            <p:cNvPicPr>
              <a:picLocks noChangeAspect="1"/>
            </p:cNvPicPr>
            <p:nvPr/>
          </p:nvPicPr>
          <p:blipFill>
            <a:blip r:embed="rId9"/>
            <a:stretch>
              <a:fillRect/>
            </a:stretch>
          </p:blipFill>
          <p:spPr>
            <a:xfrm>
              <a:off x="14155" y="1120"/>
              <a:ext cx="2267" cy="2268"/>
            </a:xfrm>
            <a:prstGeom prst="rect">
              <a:avLst/>
            </a:prstGeom>
          </p:spPr>
        </p:pic>
        <p:pic>
          <p:nvPicPr>
            <p:cNvPr id="29" name="图片 28" descr="student_tensor([30])_cam_slow_res3"/>
            <p:cNvPicPr>
              <a:picLocks noChangeAspect="1"/>
            </p:cNvPicPr>
            <p:nvPr/>
          </p:nvPicPr>
          <p:blipFill>
            <a:blip r:embed="rId10"/>
            <a:stretch>
              <a:fillRect/>
            </a:stretch>
          </p:blipFill>
          <p:spPr>
            <a:xfrm>
              <a:off x="9353" y="8235"/>
              <a:ext cx="2267" cy="2268"/>
            </a:xfrm>
            <a:prstGeom prst="rect">
              <a:avLst/>
            </a:prstGeom>
          </p:spPr>
        </p:pic>
        <p:pic>
          <p:nvPicPr>
            <p:cNvPr id="30" name="图片 29" descr="student_tensor([30])_cam_slow_res2"/>
            <p:cNvPicPr>
              <a:picLocks noChangeAspect="1"/>
            </p:cNvPicPr>
            <p:nvPr/>
          </p:nvPicPr>
          <p:blipFill>
            <a:blip r:embed="rId11"/>
            <a:stretch>
              <a:fillRect/>
            </a:stretch>
          </p:blipFill>
          <p:spPr>
            <a:xfrm>
              <a:off x="6951" y="8225"/>
              <a:ext cx="2268" cy="2268"/>
            </a:xfrm>
            <a:prstGeom prst="rect">
              <a:avLst/>
            </a:prstGeom>
          </p:spPr>
        </p:pic>
        <p:pic>
          <p:nvPicPr>
            <p:cNvPr id="31" name="图片 30" descr="student_tensor([30])_cam_slow_res5"/>
            <p:cNvPicPr>
              <a:picLocks noChangeAspect="1"/>
            </p:cNvPicPr>
            <p:nvPr/>
          </p:nvPicPr>
          <p:blipFill>
            <a:blip r:embed="rId12"/>
            <a:stretch>
              <a:fillRect/>
            </a:stretch>
          </p:blipFill>
          <p:spPr>
            <a:xfrm>
              <a:off x="14155" y="8220"/>
              <a:ext cx="2267" cy="2268"/>
            </a:xfrm>
            <a:prstGeom prst="rect">
              <a:avLst/>
            </a:prstGeom>
          </p:spPr>
        </p:pic>
        <p:pic>
          <p:nvPicPr>
            <p:cNvPr id="32" name="图片 31" descr="student_tensor([30])_cam_slow_res4"/>
            <p:cNvPicPr>
              <a:picLocks noChangeAspect="1"/>
            </p:cNvPicPr>
            <p:nvPr/>
          </p:nvPicPr>
          <p:blipFill>
            <a:blip r:embed="rId13"/>
            <a:stretch>
              <a:fillRect/>
            </a:stretch>
          </p:blipFill>
          <p:spPr>
            <a:xfrm>
              <a:off x="11754" y="8246"/>
              <a:ext cx="2267" cy="2268"/>
            </a:xfrm>
            <a:prstGeom prst="rect">
              <a:avLst/>
            </a:prstGeom>
          </p:spPr>
        </p:pic>
        <p:pic>
          <p:nvPicPr>
            <p:cNvPr id="33" name="图片 32" descr="student_tensor([30])_cam_slow_res4"/>
            <p:cNvPicPr>
              <a:picLocks noChangeAspect="1"/>
            </p:cNvPicPr>
            <p:nvPr/>
          </p:nvPicPr>
          <p:blipFill>
            <a:blip r:embed="rId14"/>
            <a:stretch>
              <a:fillRect/>
            </a:stretch>
          </p:blipFill>
          <p:spPr>
            <a:xfrm>
              <a:off x="11754" y="5851"/>
              <a:ext cx="2267" cy="2268"/>
            </a:xfrm>
            <a:prstGeom prst="rect">
              <a:avLst/>
            </a:prstGeom>
          </p:spPr>
        </p:pic>
        <p:pic>
          <p:nvPicPr>
            <p:cNvPr id="34" name="图片 33" descr="student_tensor([30])_cam_slow_res5"/>
            <p:cNvPicPr>
              <a:picLocks noChangeAspect="1"/>
            </p:cNvPicPr>
            <p:nvPr/>
          </p:nvPicPr>
          <p:blipFill>
            <a:blip r:embed="rId15"/>
            <a:stretch>
              <a:fillRect/>
            </a:stretch>
          </p:blipFill>
          <p:spPr>
            <a:xfrm>
              <a:off x="14155" y="5850"/>
              <a:ext cx="2267" cy="2268"/>
            </a:xfrm>
            <a:prstGeom prst="rect">
              <a:avLst/>
            </a:prstGeom>
          </p:spPr>
        </p:pic>
        <p:pic>
          <p:nvPicPr>
            <p:cNvPr id="35" name="图片 34" descr="student_tensor([30])_cam_slow_res3"/>
            <p:cNvPicPr>
              <a:picLocks noChangeAspect="1"/>
            </p:cNvPicPr>
            <p:nvPr/>
          </p:nvPicPr>
          <p:blipFill>
            <a:blip r:embed="rId16"/>
            <a:stretch>
              <a:fillRect/>
            </a:stretch>
          </p:blipFill>
          <p:spPr>
            <a:xfrm>
              <a:off x="9353" y="5866"/>
              <a:ext cx="2267" cy="2268"/>
            </a:xfrm>
            <a:prstGeom prst="rect">
              <a:avLst/>
            </a:prstGeom>
          </p:spPr>
        </p:pic>
        <p:pic>
          <p:nvPicPr>
            <p:cNvPr id="36" name="图片 35" descr="student_tensor([30])_cam_slow_res2"/>
            <p:cNvPicPr>
              <a:picLocks noChangeAspect="1"/>
            </p:cNvPicPr>
            <p:nvPr/>
          </p:nvPicPr>
          <p:blipFill>
            <a:blip r:embed="rId17"/>
            <a:stretch>
              <a:fillRect/>
            </a:stretch>
          </p:blipFill>
          <p:spPr>
            <a:xfrm>
              <a:off x="6951" y="5866"/>
              <a:ext cx="2268" cy="2268"/>
            </a:xfrm>
            <a:prstGeom prst="rect">
              <a:avLst/>
            </a:prstGeom>
          </p:spPr>
        </p:pic>
        <p:pic>
          <p:nvPicPr>
            <p:cNvPr id="37" name="图片 36" descr="modified_mid_frame"/>
            <p:cNvPicPr>
              <a:picLocks noChangeAspect="1"/>
            </p:cNvPicPr>
            <p:nvPr/>
          </p:nvPicPr>
          <p:blipFill>
            <a:blip r:embed="rId18"/>
            <a:stretch>
              <a:fillRect/>
            </a:stretch>
          </p:blipFill>
          <p:spPr>
            <a:xfrm>
              <a:off x="3788" y="6893"/>
              <a:ext cx="2268" cy="2268"/>
            </a:xfrm>
            <a:prstGeom prst="rect">
              <a:avLst/>
            </a:prstGeom>
          </p:spPr>
        </p:pic>
        <p:sp>
          <p:nvSpPr>
            <p:cNvPr id="45" name="椭圆 44"/>
            <p:cNvSpPr/>
            <p:nvPr>
              <p:custDataLst>
                <p:tags r:id="rId19"/>
              </p:custDataLst>
            </p:nvPr>
          </p:nvSpPr>
          <p:spPr>
            <a:xfrm>
              <a:off x="7023" y="5865"/>
              <a:ext cx="1362" cy="1308"/>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椭圆 1"/>
            <p:cNvSpPr/>
            <p:nvPr>
              <p:custDataLst>
                <p:tags r:id="rId20"/>
              </p:custDataLst>
            </p:nvPr>
          </p:nvSpPr>
          <p:spPr>
            <a:xfrm>
              <a:off x="7023" y="8240"/>
              <a:ext cx="1362" cy="1308"/>
            </a:xfrm>
            <a:prstGeom prst="ellipse">
              <a:avLst/>
            </a:prstGeom>
            <a:noFill/>
            <a:ln w="25400">
              <a:solidFill>
                <a:schemeClr val="accent5">
                  <a:lumMod val="20000"/>
                  <a:lumOff val="8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4" name="椭圆 53"/>
            <p:cNvSpPr/>
            <p:nvPr>
              <p:custDataLst>
                <p:tags r:id="rId21"/>
              </p:custDataLst>
            </p:nvPr>
          </p:nvSpPr>
          <p:spPr>
            <a:xfrm>
              <a:off x="14284" y="6280"/>
              <a:ext cx="1620" cy="1408"/>
            </a:xfrm>
            <a:prstGeom prst="ellipse">
              <a:avLst/>
            </a:prstGeom>
            <a:noFill/>
            <a:ln w="25400">
              <a:solidFill>
                <a:schemeClr val="accent3"/>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椭圆 2"/>
            <p:cNvSpPr/>
            <p:nvPr>
              <p:custDataLst>
                <p:tags r:id="rId22"/>
              </p:custDataLst>
            </p:nvPr>
          </p:nvSpPr>
          <p:spPr>
            <a:xfrm>
              <a:off x="14284" y="8737"/>
              <a:ext cx="1620" cy="1408"/>
            </a:xfrm>
            <a:prstGeom prst="ellipse">
              <a:avLst/>
            </a:prstGeom>
            <a:noFill/>
            <a:ln w="25400">
              <a:solidFill>
                <a:schemeClr val="accent3"/>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sld>
</file>

<file path=ppt/tags/tag1.xml><?xml version="1.0" encoding="utf-8"?>
<p:tagLst xmlns:p="http://schemas.openxmlformats.org/presentationml/2006/main">
  <p:tag name="KSO_WM_DIAGRAM_VIRTUALLY_FRAME" val="{&quot;height&quot;:449.85,&quot;left&quot;:207.6,&quot;top&quot;:46.1,&quot;width&quot;:688.1}"/>
</p:tagLst>
</file>

<file path=ppt/tags/tag2.xml><?xml version="1.0" encoding="utf-8"?>
<p:tagLst xmlns:p="http://schemas.openxmlformats.org/presentationml/2006/main">
  <p:tag name="KSO_WM_DIAGRAM_VIRTUALLY_FRAME" val="{&quot;height&quot;:449.85,&quot;left&quot;:207.6,&quot;top&quot;:46.1,&quot;width&quot;:688.1}"/>
</p:tagLst>
</file>

<file path=ppt/tags/tag3.xml><?xml version="1.0" encoding="utf-8"?>
<p:tagLst xmlns:p="http://schemas.openxmlformats.org/presentationml/2006/main">
  <p:tag name="KSO_WM_DIAGRAM_VIRTUALLY_FRAME" val="{&quot;height&quot;:449.85,&quot;left&quot;:207.6,&quot;top&quot;:46.1,&quot;width&quot;:688.1}"/>
</p:tagLst>
</file>

<file path=ppt/tags/tag4.xml><?xml version="1.0" encoding="utf-8"?>
<p:tagLst xmlns:p="http://schemas.openxmlformats.org/presentationml/2006/main">
  <p:tag name="KSO_WM_DIAGRAM_VIRTUALLY_FRAME" val="{&quot;height&quot;:449.85,&quot;left&quot;:207.6,&quot;top&quot;:46.1,&quot;width&quot;:688.1}"/>
</p:tagLst>
</file>

<file path=ppt/tags/tag5.xml><?xml version="1.0" encoding="utf-8"?>
<p:tagLst xmlns:p="http://schemas.openxmlformats.org/presentationml/2006/main">
  <p:tag name="KSO_WM_DIAGRAM_VIRTUALLY_FRAME" val="{&quot;height&quot;:449.85,&quot;left&quot;:207.6,&quot;top&quot;:46.1,&quot;width&quot;:688.1}"/>
</p:tagLst>
</file>

<file path=ppt/tags/tag6.xml><?xml version="1.0" encoding="utf-8"?>
<p:tagLst xmlns:p="http://schemas.openxmlformats.org/presentationml/2006/main">
  <p:tag name="KSO_WM_DIAGRAM_VIRTUALLY_FRAME" val="{&quot;height&quot;:449.85,&quot;left&quot;:207.6,&quot;top&quot;:46.1,&quot;width&quot;:688.1}"/>
</p:tagLst>
</file>

<file path=ppt/tags/tag7.xml><?xml version="1.0" encoding="utf-8"?>
<p:tagLst xmlns:p="http://schemas.openxmlformats.org/presentationml/2006/main">
  <p:tag name="KSO_WM_DIAGRAM_VIRTUALLY_FRAME" val="{&quot;height&quot;:449.85,&quot;left&quot;:207.6,&quot;top&quot;:46.1,&quot;width&quot;:688.1}"/>
</p:tagLst>
</file>

<file path=ppt/tags/tag8.xml><?xml version="1.0" encoding="utf-8"?>
<p:tagLst xmlns:p="http://schemas.openxmlformats.org/presentationml/2006/main">
  <p:tag name="KSO_WM_DIAGRAM_VIRTUALLY_FRAME" val="{&quot;height&quot;:449.85,&quot;left&quot;:207.6,&quot;top&quot;:46.1,&quot;width&quot;:688.1}"/>
</p:tagLst>
</file>

<file path=ppt/tags/tag9.xml><?xml version="1.0" encoding="utf-8"?>
<p:tagLst xmlns:p="http://schemas.openxmlformats.org/presentationml/2006/main">
  <p:tag name="KSO_WM_DIAGRAM_VIRTUALLY_FRAME" val="{&quot;height&quot;:449.85,&quot;left&quot;:207.6,&quot;top&quot;:46.1,&quot;width&quot;:688.1}"/>
</p:tagLst>
</file>

<file path=ppt/tags/tag10.xml><?xml version="1.0" encoding="utf-8"?>
<p:tagLst xmlns:p="http://schemas.openxmlformats.org/presentationml/2006/main">
  <p:tag name="KSO_WM_DIAGRAM_VIRTUALLY_FRAME" val="{&quot;height&quot;:449.85,&quot;left&quot;:207.6,&quot;top&quot;:46.1,&quot;width&quot;:688.1}"/>
</p:tagLst>
</file>

<file path=ppt/tags/tag11.xml><?xml version="1.0" encoding="utf-8"?>
<p:tagLst xmlns:p="http://schemas.openxmlformats.org/presentationml/2006/main">
  <p:tag name="KSO_WM_DIAGRAM_VIRTUALLY_FRAME" val="{&quot;height&quot;:449.85,&quot;left&quot;:207.6,&quot;top&quot;:46.1,&quot;width&quot;:688.1}"/>
</p:tagLst>
</file>

<file path=ppt/tags/tag12.xml><?xml version="1.0" encoding="utf-8"?>
<p:tagLst xmlns:p="http://schemas.openxmlformats.org/presentationml/2006/main">
  <p:tag name="KSO_WM_DIAGRAM_VIRTUALLY_FRAME" val="{&quot;height&quot;:449.85,&quot;left&quot;:207.6,&quot;top&quot;:46.1,&quot;width&quot;:688.1}"/>
</p:tagLst>
</file>

<file path=ppt/tags/tag13.xml><?xml version="1.0" encoding="utf-8"?>
<p:tagLst xmlns:p="http://schemas.openxmlformats.org/presentationml/2006/main">
  <p:tag name="KSO_WM_DIAGRAM_VIRTUALLY_FRAME" val="{&quot;height&quot;:449.85,&quot;left&quot;:207.6,&quot;top&quot;:46.1,&quot;width&quot;:688.1}"/>
</p:tagLst>
</file>

<file path=ppt/tags/tag14.xml><?xml version="1.0" encoding="utf-8"?>
<p:tagLst xmlns:p="http://schemas.openxmlformats.org/presentationml/2006/main">
  <p:tag name="KSO_WM_DIAGRAM_VIRTUALLY_FRAME" val="{&quot;height&quot;:449.85,&quot;left&quot;:207.6,&quot;top&quot;:46.1,&quot;width&quot;:688.1}"/>
</p:tagLst>
</file>

<file path=ppt/tags/tag15.xml><?xml version="1.0" encoding="utf-8"?>
<p:tagLst xmlns:p="http://schemas.openxmlformats.org/presentationml/2006/main">
  <p:tag name="KSO_WM_DIAGRAM_VIRTUALLY_FRAME" val="{&quot;height&quot;:449.85,&quot;left&quot;:207.6,&quot;top&quot;:46.1,&quot;width&quot;:688.1}"/>
</p:tagLst>
</file>

<file path=ppt/tags/tag16.xml><?xml version="1.0" encoding="utf-8"?>
<p:tagLst xmlns:p="http://schemas.openxmlformats.org/presentationml/2006/main">
  <p:tag name="KSO_WM_DIAGRAM_VIRTUALLY_FRAME" val="{&quot;height&quot;:449.85,&quot;left&quot;:207.6,&quot;top&quot;:46.1,&quot;width&quot;:688.1}"/>
</p:tagLst>
</file>

<file path=ppt/tags/tag17.xml><?xml version="1.0" encoding="utf-8"?>
<p:tagLst xmlns:p="http://schemas.openxmlformats.org/presentationml/2006/main">
  <p:tag name="KSO_WM_DIAGRAM_VIRTUALLY_FRAME" val="{&quot;height&quot;:449.85,&quot;left&quot;:207.6,&quot;top&quot;:46.1,&quot;width&quot;:688.1}"/>
</p:tagLst>
</file>

<file path=ppt/tags/tag18.xml><?xml version="1.0" encoding="utf-8"?>
<p:tagLst xmlns:p="http://schemas.openxmlformats.org/presentationml/2006/main">
  <p:tag name="KSO_WM_DIAGRAM_VIRTUALLY_FRAME" val="{&quot;height&quot;:449.85,&quot;left&quot;:207.6,&quot;top&quot;:46.1,&quot;width&quot;:688.1}"/>
</p:tagLst>
</file>

<file path=ppt/tags/tag19.xml><?xml version="1.0" encoding="utf-8"?>
<p:tagLst xmlns:p="http://schemas.openxmlformats.org/presentationml/2006/main">
  <p:tag name="KSO_WM_DIAGRAM_VIRTUALLY_FRAME" val="{&quot;height&quot;:449.85,&quot;left&quot;:207.6,&quot;top&quot;:46.1,&quot;width&quot;:688.1}"/>
</p:tagLst>
</file>

<file path=ppt/tags/tag20.xml><?xml version="1.0" encoding="utf-8"?>
<p:tagLst xmlns:p="http://schemas.openxmlformats.org/presentationml/2006/main">
  <p:tag name="KSO_WM_DIAGRAM_VIRTUALLY_FRAME" val="{&quot;height&quot;:449.85,&quot;left&quot;:207.6,&quot;top&quot;:46.1,&quot;width&quot;:688.1}"/>
</p:tagLst>
</file>

<file path=ppt/tags/tag21.xml><?xml version="1.0" encoding="utf-8"?>
<p:tagLst xmlns:p="http://schemas.openxmlformats.org/presentationml/2006/main">
  <p:tag name="KSO_WM_DIAGRAM_VIRTUALLY_FRAME" val="{&quot;height&quot;:449.85,&quot;left&quot;:207.6,&quot;top&quot;:46.1,&quot;width&quot;:688.1}"/>
</p:tagLst>
</file>

<file path=ppt/tags/tag22.xml><?xml version="1.0" encoding="utf-8"?>
<p:tagLst xmlns:p="http://schemas.openxmlformats.org/presentationml/2006/main">
  <p:tag name="KSO_WM_DIAGRAM_VIRTUALLY_FRAME" val="{&quot;height&quot;:449.85,&quot;left&quot;:207.6,&quot;top&quot;:46.1,&quot;width&quot;:688.1}"/>
</p:tagLst>
</file>

<file path=ppt/tags/tag23.xml><?xml version="1.0" encoding="utf-8"?>
<p:tagLst xmlns:p="http://schemas.openxmlformats.org/presentationml/2006/main">
  <p:tag name="KSO_WM_DIAGRAM_VIRTUALLY_FRAME" val="{&quot;height&quot;:449.85,&quot;left&quot;:207.6,&quot;top&quot;:46.1,&quot;width&quot;:688.1}"/>
</p:tagLst>
</file>

<file path=ppt/tags/tag24.xml><?xml version="1.0" encoding="utf-8"?>
<p:tagLst xmlns:p="http://schemas.openxmlformats.org/presentationml/2006/main">
  <p:tag name="KSO_WM_DIAGRAM_VIRTUALLY_FRAME" val="{&quot;height&quot;:449.85,&quot;left&quot;:207.6,&quot;top&quot;:46.1,&quot;width&quot;:688.1}"/>
</p:tagLst>
</file>

<file path=ppt/tags/tag25.xml><?xml version="1.0" encoding="utf-8"?>
<p:tagLst xmlns:p="http://schemas.openxmlformats.org/presentationml/2006/main">
  <p:tag name="KSO_WM_DIAGRAM_VIRTUALLY_FRAME" val="{&quot;height&quot;:449.85,&quot;left&quot;:207.6,&quot;top&quot;:46.1,&quot;width&quot;:688.1}"/>
</p:tagLst>
</file>

<file path=ppt/tags/tag26.xml><?xml version="1.0" encoding="utf-8"?>
<p:tagLst xmlns:p="http://schemas.openxmlformats.org/presentationml/2006/main">
  <p:tag name="KSO_WM_DIAGRAM_VIRTUALLY_FRAME" val="{&quot;height&quot;:449.85,&quot;left&quot;:207.6,&quot;top&quot;:46.1,&quot;width&quot;:688.1}"/>
</p:tagLst>
</file>

<file path=ppt/tags/tag27.xml><?xml version="1.0" encoding="utf-8"?>
<p:tagLst xmlns:p="http://schemas.openxmlformats.org/presentationml/2006/main">
  <p:tag name="KSO_WM_DIAGRAM_VIRTUALLY_FRAME" val="{&quot;height&quot;:449.85,&quot;left&quot;:207.6,&quot;top&quot;:46.1,&quot;width&quot;:688.1}"/>
</p:tagLst>
</file>

<file path=ppt/tags/tag28.xml><?xml version="1.0" encoding="utf-8"?>
<p:tagLst xmlns:p="http://schemas.openxmlformats.org/presentationml/2006/main">
  <p:tag name="KSO_WM_DIAGRAM_VIRTUALLY_FRAME" val="{&quot;height&quot;:449.85,&quot;left&quot;:207.6,&quot;top&quot;:46.1,&quot;width&quot;:688.1}"/>
</p:tagLst>
</file>

<file path=ppt/tags/tag29.xml><?xml version="1.0" encoding="utf-8"?>
<p:tagLst xmlns:p="http://schemas.openxmlformats.org/presentationml/2006/main">
  <p:tag name="KSO_WM_DIAGRAM_VIRTUALLY_FRAME" val="{&quot;height&quot;:449.85,&quot;left&quot;:207.6,&quot;top&quot;:46.1,&quot;width&quot;:688.1}"/>
</p:tagLst>
</file>

<file path=ppt/tags/tag30.xml><?xml version="1.0" encoding="utf-8"?>
<p:tagLst xmlns:p="http://schemas.openxmlformats.org/presentationml/2006/main">
  <p:tag name="KSO_WM_DIAGRAM_VIRTUALLY_FRAME" val="{&quot;height&quot;:449.85,&quot;left&quot;:207.6,&quot;top&quot;:46.1,&quot;width&quot;:688.1}"/>
</p:tagLst>
</file>

<file path=ppt/tags/tag31.xml><?xml version="1.0" encoding="utf-8"?>
<p:tagLst xmlns:p="http://schemas.openxmlformats.org/presentationml/2006/main">
  <p:tag name="KSO_WM_DIAGRAM_VIRTUALLY_FRAME" val="{&quot;height&quot;:449.85,&quot;left&quot;:207.6,&quot;top&quot;:46.1,&quot;width&quot;:688.1}"/>
</p:tagLst>
</file>

<file path=ppt/tags/tag32.xml><?xml version="1.0" encoding="utf-8"?>
<p:tagLst xmlns:p="http://schemas.openxmlformats.org/presentationml/2006/main">
  <p:tag name="KSO_WM_DIAGRAM_VIRTUALLY_FRAME" val="{&quot;height&quot;:449.85,&quot;left&quot;:207.6,&quot;top&quot;:46.1,&quot;width&quot;:688.1}"/>
</p:tagLst>
</file>

<file path=ppt/tags/tag33.xml><?xml version="1.0" encoding="utf-8"?>
<p:tagLst xmlns:p="http://schemas.openxmlformats.org/presentationml/2006/main">
  <p:tag name="KSO_WM_DIAGRAM_VIRTUALLY_FRAME" val="{&quot;height&quot;:449.85,&quot;left&quot;:207.6,&quot;top&quot;:46.1,&quot;width&quot;:688.1}"/>
</p:tagLst>
</file>

<file path=ppt/tags/tag34.xml><?xml version="1.0" encoding="utf-8"?>
<p:tagLst xmlns:p="http://schemas.openxmlformats.org/presentationml/2006/main">
  <p:tag name="KSO_WM_DIAGRAM_VIRTUALLY_FRAME" val="{&quot;height&quot;:449.85,&quot;left&quot;:207.6,&quot;top&quot;:46.1,&quot;width&quot;:688.1}"/>
</p:tagLst>
</file>

<file path=ppt/tags/tag35.xml><?xml version="1.0" encoding="utf-8"?>
<p:tagLst xmlns:p="http://schemas.openxmlformats.org/presentationml/2006/main">
  <p:tag name="KSO_WM_DIAGRAM_VIRTUALLY_FRAME" val="{&quot;height&quot;:449.85,&quot;left&quot;:207.6,&quot;top&quot;:46.1,&quot;width&quot;:688.1}"/>
</p:tagLst>
</file>

<file path=ppt/tags/tag36.xml><?xml version="1.0" encoding="utf-8"?>
<p:tagLst xmlns:p="http://schemas.openxmlformats.org/presentationml/2006/main">
  <p:tag name="KSO_WM_DIAGRAM_VIRTUALLY_FRAME" val="{&quot;height&quot;:449.85,&quot;left&quot;:207.6,&quot;top&quot;:46.1,&quot;width&quot;:688.1}"/>
</p:tagLst>
</file>

<file path=ppt/tags/tag37.xml><?xml version="1.0" encoding="utf-8"?>
<p:tagLst xmlns:p="http://schemas.openxmlformats.org/presentationml/2006/main">
  <p:tag name="KSO_WM_DIAGRAM_VIRTUALLY_FRAME" val="{&quot;height&quot;:449.85,&quot;left&quot;:207.6,&quot;top&quot;:46.1,&quot;width&quot;:688.1}"/>
</p:tagLst>
</file>

<file path=ppt/tags/tag38.xml><?xml version="1.0" encoding="utf-8"?>
<p:tagLst xmlns:p="http://schemas.openxmlformats.org/presentationml/2006/main">
  <p:tag name="KSO_WM_DIAGRAM_VIRTUALLY_FRAME" val="{&quot;height&quot;:449.85,&quot;left&quot;:207.6,&quot;top&quot;:46.1,&quot;width&quot;:688.1}"/>
</p:tagLst>
</file>

<file path=ppt/tags/tag39.xml><?xml version="1.0" encoding="utf-8"?>
<p:tagLst xmlns:p="http://schemas.openxmlformats.org/presentationml/2006/main">
  <p:tag name="KSO_WM_DIAGRAM_VIRTUALLY_FRAME" val="{&quot;height&quot;:449.85,&quot;left&quot;:207.6,&quot;top&quot;:46.1,&quot;width&quot;:688.1}"/>
</p:tagLst>
</file>

<file path=ppt/tags/tag40.xml><?xml version="1.0" encoding="utf-8"?>
<p:tagLst xmlns:p="http://schemas.openxmlformats.org/presentationml/2006/main">
  <p:tag name="KSO_WM_DIAGRAM_VIRTUALLY_FRAME" val="{&quot;height&quot;:449.85,&quot;left&quot;:207.6,&quot;top&quot;:46.1,&quot;width&quot;:688.1}"/>
</p:tagLst>
</file>

<file path=ppt/tags/tag41.xml><?xml version="1.0" encoding="utf-8"?>
<p:tagLst xmlns:p="http://schemas.openxmlformats.org/presentationml/2006/main">
  <p:tag name="KSO_WM_DIAGRAM_VIRTUALLY_FRAME" val="{&quot;height&quot;:449.85,&quot;left&quot;:207.6,&quot;top&quot;:46.1,&quot;width&quot;:688.1}"/>
</p:tagLst>
</file>

<file path=ppt/tags/tag42.xml><?xml version="1.0" encoding="utf-8"?>
<p:tagLst xmlns:p="http://schemas.openxmlformats.org/presentationml/2006/main">
  <p:tag name="KSO_WM_DIAGRAM_VIRTUALLY_FRAME" val="{&quot;height&quot;:449.85,&quot;left&quot;:207.6,&quot;top&quot;:46.1,&quot;width&quot;:688.1}"/>
</p:tagLst>
</file>

<file path=ppt/tags/tag43.xml><?xml version="1.0" encoding="utf-8"?>
<p:tagLst xmlns:p="http://schemas.openxmlformats.org/presentationml/2006/main">
  <p:tag name="KSO_WM_DIAGRAM_VIRTUALLY_FRAME" val="{&quot;height&quot;:449.85,&quot;left&quot;:207.6,&quot;top&quot;:46.1,&quot;width&quot;:688.1}"/>
</p:tagLst>
</file>

<file path=ppt/tags/tag44.xml><?xml version="1.0" encoding="utf-8"?>
<p:tagLst xmlns:p="http://schemas.openxmlformats.org/presentationml/2006/main">
  <p:tag name="KSO_WM_DIAGRAM_VIRTUALLY_FRAME" val="{&quot;height&quot;:449.85,&quot;left&quot;:207.6,&quot;top&quot;:46.1,&quot;width&quot;:688.1}"/>
</p:tagLst>
</file>

<file path=ppt/tags/tag45.xml><?xml version="1.0" encoding="utf-8"?>
<p:tagLst xmlns:p="http://schemas.openxmlformats.org/presentationml/2006/main">
  <p:tag name="KSO_WM_DIAGRAM_VIRTUALLY_FRAME" val="{&quot;height&quot;:449.85,&quot;left&quot;:207.6,&quot;top&quot;:46.1,&quot;width&quot;:688.1}"/>
</p:tagLst>
</file>

<file path=ppt/tags/tag46.xml><?xml version="1.0" encoding="utf-8"?>
<p:tagLst xmlns:p="http://schemas.openxmlformats.org/presentationml/2006/main">
  <p:tag name="KSO_WM_DIAGRAM_VIRTUALLY_FRAME" val="{&quot;height&quot;:449.85,&quot;left&quot;:207.6,&quot;top&quot;:46.1,&quot;width&quot;:688.1}"/>
</p:tagLst>
</file>

<file path=ppt/tags/tag47.xml><?xml version="1.0" encoding="utf-8"?>
<p:tagLst xmlns:p="http://schemas.openxmlformats.org/presentationml/2006/main">
  <p:tag name="KSO_WM_DIAGRAM_VIRTUALLY_FRAME" val="{&quot;height&quot;:449.85,&quot;left&quot;:207.6,&quot;top&quot;:46.1,&quot;width&quot;:688.1}"/>
</p:tagLst>
</file>

<file path=ppt/tags/tag48.xml><?xml version="1.0" encoding="utf-8"?>
<p:tagLst xmlns:p="http://schemas.openxmlformats.org/presentationml/2006/main">
  <p:tag name="KSO_WM_DIAGRAM_VIRTUALLY_FRAME" val="{&quot;height&quot;:449.85,&quot;left&quot;:207.6,&quot;top&quot;:46.1,&quot;width&quot;:688.1}"/>
</p:tagLst>
</file>

<file path=ppt/tags/tag49.xml><?xml version="1.0" encoding="utf-8"?>
<p:tagLst xmlns:p="http://schemas.openxmlformats.org/presentationml/2006/main">
  <p:tag name="KSO_WM_DIAGRAM_VIRTUALLY_FRAME" val="{&quot;height&quot;:449.85,&quot;left&quot;:207.6,&quot;top&quot;:46.1,&quot;width&quot;:688.1}"/>
</p:tagLst>
</file>

<file path=ppt/tags/tag50.xml><?xml version="1.0" encoding="utf-8"?>
<p:tagLst xmlns:p="http://schemas.openxmlformats.org/presentationml/2006/main">
  <p:tag name="KSO_WM_DIAGRAM_VIRTUALLY_FRAME" val="{&quot;height&quot;:449.85,&quot;left&quot;:207.6,&quot;top&quot;:46.1,&quot;width&quot;:688.1}"/>
</p:tagLst>
</file>

<file path=ppt/tags/tag51.xml><?xml version="1.0" encoding="utf-8"?>
<p:tagLst xmlns:p="http://schemas.openxmlformats.org/presentationml/2006/main">
  <p:tag name="KSO_WM_DIAGRAM_VIRTUALLY_FRAME" val="{&quot;height&quot;:449.85,&quot;left&quot;:207.6,&quot;top&quot;:46.1,&quot;width&quot;:688.1}"/>
</p:tagLst>
</file>

<file path=ppt/tags/tag52.xml><?xml version="1.0" encoding="utf-8"?>
<p:tagLst xmlns:p="http://schemas.openxmlformats.org/presentationml/2006/main">
  <p:tag name="KSO_WM_DIAGRAM_VIRTUALLY_FRAME" val="{&quot;height&quot;:449.85,&quot;left&quot;:207.6,&quot;top&quot;:46.1,&quot;width&quot;:688.1}"/>
</p:tagLst>
</file>

<file path=ppt/tags/tag53.xml><?xml version="1.0" encoding="utf-8"?>
<p:tagLst xmlns:p="http://schemas.openxmlformats.org/presentationml/2006/main">
  <p:tag name="KSO_WM_DIAGRAM_VIRTUALLY_FRAME" val="{&quot;height&quot;:449.85,&quot;left&quot;:207.6,&quot;top&quot;:46.1,&quot;width&quot;:688.1}"/>
</p:tagLst>
</file>

<file path=ppt/tags/tag54.xml><?xml version="1.0" encoding="utf-8"?>
<p:tagLst xmlns:p="http://schemas.openxmlformats.org/presentationml/2006/main">
  <p:tag name="KSO_WM_DIAGRAM_VIRTUALLY_FRAME" val="{&quot;height&quot;:449.85,&quot;left&quot;:207.6,&quot;top&quot;:46.1,&quot;width&quot;:688.1}"/>
</p:tagLst>
</file>

<file path=ppt/tags/tag55.xml><?xml version="1.0" encoding="utf-8"?>
<p:tagLst xmlns:p="http://schemas.openxmlformats.org/presentationml/2006/main">
  <p:tag name="KSO_WM_DIAGRAM_VIRTUALLY_FRAME" val="{&quot;height&quot;:449.85,&quot;left&quot;:207.6,&quot;top&quot;:46.1,&quot;width&quot;:688.1}"/>
</p:tagLst>
</file>

<file path=ppt/tags/tag56.xml><?xml version="1.0" encoding="utf-8"?>
<p:tagLst xmlns:p="http://schemas.openxmlformats.org/presentationml/2006/main">
  <p:tag name="KSO_WM_DIAGRAM_VIRTUALLY_FRAME" val="{&quot;height&quot;:449.85,&quot;left&quot;:207.6,&quot;top&quot;:46.1,&quot;width&quot;:688.1}"/>
</p:tagLst>
</file>

<file path=ppt/tags/tag57.xml><?xml version="1.0" encoding="utf-8"?>
<p:tagLst xmlns:p="http://schemas.openxmlformats.org/presentationml/2006/main">
  <p:tag name="KSO_WM_DIAGRAM_VIRTUALLY_FRAME" val="{&quot;height&quot;:449.85,&quot;left&quot;:207.6,&quot;top&quot;:46.1,&quot;width&quot;:688.1}"/>
</p:tagLst>
</file>

<file path=ppt/tags/tag58.xml><?xml version="1.0" encoding="utf-8"?>
<p:tagLst xmlns:p="http://schemas.openxmlformats.org/presentationml/2006/main">
  <p:tag name="KSO_WM_DIAGRAM_VIRTUALLY_FRAME" val="{&quot;height&quot;:449.85,&quot;left&quot;:207.6,&quot;top&quot;:46.1,&quot;width&quot;:688.1}"/>
</p:tagLst>
</file>

<file path=ppt/tags/tag59.xml><?xml version="1.0" encoding="utf-8"?>
<p:tagLst xmlns:p="http://schemas.openxmlformats.org/presentationml/2006/main">
  <p:tag name="KSO_WM_DIAGRAM_VIRTUALLY_FRAME" val="{&quot;height&quot;:449.85,&quot;left&quot;:207.6,&quot;top&quot;:46.1,&quot;width&quot;:688.1}"/>
</p:tagLst>
</file>

<file path=ppt/tags/tag60.xml><?xml version="1.0" encoding="utf-8"?>
<p:tagLst xmlns:p="http://schemas.openxmlformats.org/presentationml/2006/main">
  <p:tag name="KSO_WM_DIAGRAM_VIRTUALLY_FRAME" val="{&quot;height&quot;:449.85,&quot;left&quot;:207.6,&quot;top&quot;:46.1,&quot;width&quot;:688.1}"/>
</p:tagLst>
</file>

<file path=ppt/tags/tag61.xml><?xml version="1.0" encoding="utf-8"?>
<p:tagLst xmlns:p="http://schemas.openxmlformats.org/presentationml/2006/main">
  <p:tag name="KSO_WM_DIAGRAM_VIRTUALLY_FRAME" val="{&quot;height&quot;:449.85,&quot;left&quot;:207.6,&quot;top&quot;:46.1,&quot;width&quot;:688.1}"/>
</p:tagLst>
</file>

<file path=ppt/tags/tag62.xml><?xml version="1.0" encoding="utf-8"?>
<p:tagLst xmlns:p="http://schemas.openxmlformats.org/presentationml/2006/main">
  <p:tag name="KSO_WM_DIAGRAM_VIRTUALLY_FRAME" val="{&quot;height&quot;:449.85,&quot;left&quot;:207.6,&quot;top&quot;:46.1,&quot;width&quot;:688.1}"/>
</p:tagLst>
</file>

<file path=ppt/tags/tag63.xml><?xml version="1.0" encoding="utf-8"?>
<p:tagLst xmlns:p="http://schemas.openxmlformats.org/presentationml/2006/main">
  <p:tag name="KSO_WM_DIAGRAM_VIRTUALLY_FRAME" val="{&quot;height&quot;:449.85,&quot;left&quot;:207.6,&quot;top&quot;:46.1,&quot;width&quot;:688.1}"/>
</p:tagLst>
</file>

<file path=ppt/tags/tag64.xml><?xml version="1.0" encoding="utf-8"?>
<p:tagLst xmlns:p="http://schemas.openxmlformats.org/presentationml/2006/main">
  <p:tag name="KSO_WM_DIAGRAM_VIRTUALLY_FRAME" val="{&quot;height&quot;:449.85,&quot;left&quot;:207.6,&quot;top&quot;:46.1,&quot;width&quot;:688.1}"/>
</p:tagLst>
</file>

<file path=ppt/tags/tag65.xml><?xml version="1.0" encoding="utf-8"?>
<p:tagLst xmlns:p="http://schemas.openxmlformats.org/presentationml/2006/main">
  <p:tag name="KSO_WM_DIAGRAM_VIRTUALLY_FRAME" val="{&quot;height&quot;:449.85,&quot;left&quot;:207.6,&quot;top&quot;:46.1,&quot;width&quot;:688.1}"/>
</p:tagLst>
</file>

<file path=ppt/tags/tag66.xml><?xml version="1.0" encoding="utf-8"?>
<p:tagLst xmlns:p="http://schemas.openxmlformats.org/presentationml/2006/main">
  <p:tag name="KSO_WM_DIAGRAM_VIRTUALLY_FRAME" val="{&quot;height&quot;:449.85,&quot;left&quot;:207.6,&quot;top&quot;:46.1,&quot;width&quot;:688.1}"/>
</p:tagLst>
</file>

<file path=ppt/tags/tag67.xml><?xml version="1.0" encoding="utf-8"?>
<p:tagLst xmlns:p="http://schemas.openxmlformats.org/presentationml/2006/main">
  <p:tag name="KSO_WM_DIAGRAM_VIRTUALLY_FRAME" val="{&quot;height&quot;:449.85,&quot;left&quot;:207.6,&quot;top&quot;:46.1,&quot;width&quot;:688.1}"/>
</p:tagLst>
</file>

<file path=ppt/tags/tag68.xml><?xml version="1.0" encoding="utf-8"?>
<p:tagLst xmlns:p="http://schemas.openxmlformats.org/presentationml/2006/main">
  <p:tag name="KSO_WM_DIAGRAM_VIRTUALLY_FRAME" val="{&quot;height&quot;:449.85,&quot;left&quot;:207.6,&quot;top&quot;:46.1,&quot;width&quot;:688.1}"/>
</p:tagLst>
</file>

<file path=ppt/tags/tag69.xml><?xml version="1.0" encoding="utf-8"?>
<p:tagLst xmlns:p="http://schemas.openxmlformats.org/presentationml/2006/main">
  <p:tag name="KSO_WM_DIAGRAM_VIRTUALLY_FRAME" val="{&quot;height&quot;:449.85,&quot;left&quot;:207.6,&quot;top&quot;:46.1,&quot;width&quot;:688.1}"/>
</p:tagLst>
</file>

<file path=ppt/tags/tag70.xml><?xml version="1.0" encoding="utf-8"?>
<p:tagLst xmlns:p="http://schemas.openxmlformats.org/presentationml/2006/main">
  <p:tag name="KSO_WM_DIAGRAM_VIRTUALLY_FRAME" val="{&quot;height&quot;:449.85,&quot;left&quot;:207.6,&quot;top&quot;:46.1,&quot;width&quot;:688.1}"/>
</p:tagLst>
</file>

<file path=ppt/tags/tag71.xml><?xml version="1.0" encoding="utf-8"?>
<p:tagLst xmlns:p="http://schemas.openxmlformats.org/presentationml/2006/main">
  <p:tag name="KSO_WM_DIAGRAM_VIRTUALLY_FRAME" val="{&quot;height&quot;:449.85,&quot;left&quot;:207.6,&quot;top&quot;:46.1,&quot;width&quot;:688.1}"/>
</p:tagLst>
</file>

<file path=ppt/tags/tag72.xml><?xml version="1.0" encoding="utf-8"?>
<p:tagLst xmlns:p="http://schemas.openxmlformats.org/presentationml/2006/main">
  <p:tag name="KSO_WM_DIAGRAM_VIRTUALLY_FRAME" val="{&quot;height&quot;:449.85,&quot;left&quot;:207.6,&quot;top&quot;:46.1,&quot;width&quot;:688.1}"/>
</p:tagLst>
</file>

<file path=ppt/tags/tag73.xml><?xml version="1.0" encoding="utf-8"?>
<p:tagLst xmlns:p="http://schemas.openxmlformats.org/presentationml/2006/main">
  <p:tag name="KSO_WM_DIAGRAM_VIRTUALLY_FRAME" val="{&quot;height&quot;:449.85,&quot;left&quot;:207.6,&quot;top&quot;:46.1,&quot;width&quot;:688.1}"/>
</p:tagLst>
</file>

<file path=ppt/tags/tag74.xml><?xml version="1.0" encoding="utf-8"?>
<p:tagLst xmlns:p="http://schemas.openxmlformats.org/presentationml/2006/main">
  <p:tag name="KSO_WM_DIAGRAM_VIRTUALLY_FRAME" val="{&quot;height&quot;:449.85,&quot;left&quot;:207.6,&quot;top&quot;:46.1,&quot;width&quot;:688.1}"/>
</p:tagLst>
</file>

<file path=ppt/tags/tag75.xml><?xml version="1.0" encoding="utf-8"?>
<p:tagLst xmlns:p="http://schemas.openxmlformats.org/presentationml/2006/main">
  <p:tag name="KSO_WM_DIAGRAM_VIRTUALLY_FRAME" val="{&quot;height&quot;:449.85,&quot;left&quot;:207.6,&quot;top&quot;:46.1,&quot;width&quot;:688.1}"/>
</p:tagLst>
</file>

<file path=ppt/tags/tag76.xml><?xml version="1.0" encoding="utf-8"?>
<p:tagLst xmlns:p="http://schemas.openxmlformats.org/presentationml/2006/main">
  <p:tag name="KSO_WM_DIAGRAM_VIRTUALLY_FRAME" val="{&quot;height&quot;:449.85,&quot;left&quot;:207.6,&quot;top&quot;:46.1,&quot;width&quot;:688.1}"/>
</p:tagLst>
</file>

<file path=ppt/tags/tag77.xml><?xml version="1.0" encoding="utf-8"?>
<p:tagLst xmlns:p="http://schemas.openxmlformats.org/presentationml/2006/main">
  <p:tag name="KSO_WM_DIAGRAM_VIRTUALLY_FRAME" val="{&quot;height&quot;:449.85,&quot;left&quot;:207.6,&quot;top&quot;:46.1,&quot;width&quot;:688.1}"/>
</p:tagLst>
</file>

<file path=ppt/tags/tag78.xml><?xml version="1.0" encoding="utf-8"?>
<p:tagLst xmlns:p="http://schemas.openxmlformats.org/presentationml/2006/main">
  <p:tag name="KSO_WM_DIAGRAM_VIRTUALLY_FRAME" val="{&quot;height&quot;:449.85,&quot;left&quot;:207.6,&quot;top&quot;:46.1,&quot;width&quot;:688.1}"/>
</p:tagLst>
</file>

<file path=ppt/tags/tag79.xml><?xml version="1.0" encoding="utf-8"?>
<p:tagLst xmlns:p="http://schemas.openxmlformats.org/presentationml/2006/main">
  <p:tag name="KSO_WM_DIAGRAM_VIRTUALLY_FRAME" val="{&quot;height&quot;:449.85,&quot;left&quot;:207.6,&quot;top&quot;:46.1,&quot;width&quot;:688.1}"/>
</p:tagLst>
</file>

<file path=ppt/tags/tag80.xml><?xml version="1.0" encoding="utf-8"?>
<p:tagLst xmlns:p="http://schemas.openxmlformats.org/presentationml/2006/main">
  <p:tag name="KSO_WM_DIAGRAM_VIRTUALLY_FRAME" val="{&quot;height&quot;:449.85,&quot;left&quot;:207.6,&quot;top&quot;:46.1,&quot;width&quot;:688.1}"/>
</p:tagLst>
</file>

<file path=ppt/tags/tag81.xml><?xml version="1.0" encoding="utf-8"?>
<p:tagLst xmlns:p="http://schemas.openxmlformats.org/presentationml/2006/main">
  <p:tag name="KSO_WM_DIAGRAM_VIRTUALLY_FRAME" val="{&quot;height&quot;:449.85,&quot;left&quot;:207.6,&quot;top&quot;:46.1,&quot;width&quot;:688.1}"/>
</p:tagLst>
</file>

<file path=ppt/tags/tag82.xml><?xml version="1.0" encoding="utf-8"?>
<p:tagLst xmlns:p="http://schemas.openxmlformats.org/presentationml/2006/main">
  <p:tag name="KSO_WM_DIAGRAM_VIRTUALLY_FRAME" val="{&quot;height&quot;:449.85,&quot;left&quot;:207.6,&quot;top&quot;:46.1,&quot;width&quot;:688.1}"/>
</p:tagLst>
</file>

<file path=ppt/tags/tag83.xml><?xml version="1.0" encoding="utf-8"?>
<p:tagLst xmlns:p="http://schemas.openxmlformats.org/presentationml/2006/main">
  <p:tag name="KSO_WM_DIAGRAM_VIRTUALLY_FRAME" val="{&quot;height&quot;:449.85,&quot;left&quot;:207.6,&quot;top&quot;:46.1,&quot;width&quot;:688.1}"/>
</p:tagLst>
</file>

<file path=ppt/tags/tag84.xml><?xml version="1.0" encoding="utf-8"?>
<p:tagLst xmlns:p="http://schemas.openxmlformats.org/presentationml/2006/main">
  <p:tag name="KSO_WM_DIAGRAM_VIRTUALLY_FRAME" val="{&quot;height&quot;:449.85,&quot;left&quot;:207.6,&quot;top&quot;:46.1,&quot;width&quot;:688.1}"/>
</p:tagLst>
</file>

<file path=ppt/tags/tag85.xml><?xml version="1.0" encoding="utf-8"?>
<p:tagLst xmlns:p="http://schemas.openxmlformats.org/presentationml/2006/main">
  <p:tag name="KSO_WM_DIAGRAM_VIRTUALLY_FRAME" val="{&quot;height&quot;:449.85,&quot;left&quot;:207.6,&quot;top&quot;:46.1,&quot;width&quot;:688.1}"/>
</p:tagLst>
</file>

<file path=ppt/tags/tag86.xml><?xml version="1.0" encoding="utf-8"?>
<p:tagLst xmlns:p="http://schemas.openxmlformats.org/presentationml/2006/main">
  <p:tag name="KSO_WM_DIAGRAM_VIRTUALLY_FRAME" val="{&quot;height&quot;:449.85,&quot;left&quot;:207.6,&quot;top&quot;:46.1,&quot;width&quot;:688.1}"/>
</p:tagLst>
</file>

<file path=ppt/tags/tag87.xml><?xml version="1.0" encoding="utf-8"?>
<p:tagLst xmlns:p="http://schemas.openxmlformats.org/presentationml/2006/main">
  <p:tag name="KSO_WM_DIAGRAM_VIRTUALLY_FRAME" val="{&quot;height&quot;:449.85,&quot;left&quot;:207.6,&quot;top&quot;:46.1,&quot;width&quot;:688.1}"/>
</p:tagLst>
</file>

<file path=ppt/tags/tag88.xml><?xml version="1.0" encoding="utf-8"?>
<p:tagLst xmlns:p="http://schemas.openxmlformats.org/presentationml/2006/main">
  <p:tag name="KSO_WM_DIAGRAM_VIRTUALLY_FRAME" val="{&quot;height&quot;:449.85,&quot;left&quot;:207.6,&quot;top&quot;:46.1,&quot;width&quot;:688.1}"/>
</p:tagLst>
</file>

<file path=ppt/tags/tag89.xml><?xml version="1.0" encoding="utf-8"?>
<p:tagLst xmlns:p="http://schemas.openxmlformats.org/presentationml/2006/main">
  <p:tag name="KSO_WM_DIAGRAM_VIRTUALLY_FRAME" val="{&quot;height&quot;:449.85,&quot;left&quot;:207.6,&quot;top&quot;:46.1,&quot;width&quot;:688.1}"/>
</p:tagLst>
</file>

<file path=ppt/tags/tag90.xml><?xml version="1.0" encoding="utf-8"?>
<p:tagLst xmlns:p="http://schemas.openxmlformats.org/presentationml/2006/main">
  <p:tag name="KSO_WM_DIAGRAM_VIRTUALLY_FRAME" val="{&quot;height&quot;:449.85,&quot;left&quot;:207.6,&quot;top&quot;:46.1,&quot;width&quot;:688.1}"/>
</p:tagLst>
</file>

<file path=ppt/tags/tag91.xml><?xml version="1.0" encoding="utf-8"?>
<p:tagLst xmlns:p="http://schemas.openxmlformats.org/presentationml/2006/main">
  <p:tag name="KSO_WM_DIAGRAM_VIRTUALLY_FRAME" val="{&quot;height&quot;:449.85,&quot;left&quot;:207.6,&quot;top&quot;:46.1,&quot;width&quot;:688.1}"/>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DIAGRAM_VIRTUALLY_FRAME" val="{&quot;height&quot;:449.85,&quot;left&quot;:207.6,&quot;top&quot;:46.1,&quot;width&quot;:688.1}"/>
</p:tagLst>
</file>

<file path=ppt/tags/tag119.xml><?xml version="1.0" encoding="utf-8"?>
<p:tagLst xmlns:p="http://schemas.openxmlformats.org/presentationml/2006/main">
  <p:tag name="KSO_WM_DIAGRAM_VIRTUALLY_FRAME" val="{&quot;height&quot;:449.85,&quot;left&quot;:207.6,&quot;top&quot;:46.1,&quot;width&quot;:688.1}"/>
</p:tagLst>
</file>

<file path=ppt/tags/tag120.xml><?xml version="1.0" encoding="utf-8"?>
<p:tagLst xmlns:p="http://schemas.openxmlformats.org/presentationml/2006/main">
  <p:tag name="KSO_WM_DIAGRAM_VIRTUALLY_FRAME" val="{&quot;height&quot;:449.85,&quot;left&quot;:207.6,&quot;top&quot;:46.1,&quot;width&quot;:688.1}"/>
</p:tagLst>
</file>

<file path=ppt/tags/tag121.xml><?xml version="1.0" encoding="utf-8"?>
<p:tagLst xmlns:p="http://schemas.openxmlformats.org/presentationml/2006/main">
  <p:tag name="KSO_WM_DIAGRAM_VIRTUALLY_FRAME" val="{&quot;height&quot;:449.85,&quot;left&quot;:207.6,&quot;top&quot;:46.1,&quot;width&quot;:688.1}"/>
</p:tagLst>
</file>

<file path=ppt/tags/tag122.xml><?xml version="1.0" encoding="utf-8"?>
<p:tagLst xmlns:p="http://schemas.openxmlformats.org/presentationml/2006/main">
  <p:tag name="KSO_WM_DIAGRAM_VIRTUALLY_FRAME" val="{&quot;height&quot;:449.85,&quot;left&quot;:207.6,&quot;top&quot;:46.1,&quot;width&quot;:688.1}"/>
</p:tagLst>
</file>

<file path=ppt/tags/tag123.xml><?xml version="1.0" encoding="utf-8"?>
<p:tagLst xmlns:p="http://schemas.openxmlformats.org/presentationml/2006/main">
  <p:tag name="KSO_WM_DIAGRAM_VIRTUALLY_FRAME" val="{&quot;height&quot;:449.85,&quot;left&quot;:207.6,&quot;top&quot;:46.1,&quot;width&quot;:688.1}"/>
</p:tagLst>
</file>

<file path=ppt/tags/tag124.xml><?xml version="1.0" encoding="utf-8"?>
<p:tagLst xmlns:p="http://schemas.openxmlformats.org/presentationml/2006/main">
  <p:tag name="KSO_WM_DIAGRAM_VIRTUALLY_FRAME" val="{&quot;height&quot;:449.85,&quot;left&quot;:207.6,&quot;top&quot;:46.1,&quot;width&quot;:688.1}"/>
</p:tagLst>
</file>

<file path=ppt/tags/tag125.xml><?xml version="1.0" encoding="utf-8"?>
<p:tagLst xmlns:p="http://schemas.openxmlformats.org/presentationml/2006/main">
  <p:tag name="KSO_WM_DIAGRAM_VIRTUALLY_FRAME" val="{&quot;height&quot;:449.85,&quot;left&quot;:207.6,&quot;top&quot;:46.1,&quot;width&quot;:688.1}"/>
</p:tagLst>
</file>

<file path=ppt/tags/tag126.xml><?xml version="1.0" encoding="utf-8"?>
<p:tagLst xmlns:p="http://schemas.openxmlformats.org/presentationml/2006/main">
  <p:tag name="KSO_WM_DIAGRAM_VIRTUALLY_FRAME" val="{&quot;height&quot;:449.85,&quot;left&quot;:207.6,&quot;top&quot;:46.1,&quot;width&quot;:688.1}"/>
</p:tagLst>
</file>

<file path=ppt/tags/tag127.xml><?xml version="1.0" encoding="utf-8"?>
<p:tagLst xmlns:p="http://schemas.openxmlformats.org/presentationml/2006/main">
  <p:tag name="KSO_WM_DIAGRAM_VIRTUALLY_FRAME" val="{&quot;height&quot;:449.85,&quot;left&quot;:207.6,&quot;top&quot;:46.1,&quot;width&quot;:688.1}"/>
</p:tagLst>
</file>

<file path=ppt/tags/tag128.xml><?xml version="1.0" encoding="utf-8"?>
<p:tagLst xmlns:p="http://schemas.openxmlformats.org/presentationml/2006/main">
  <p:tag name="KSO_WM_DIAGRAM_VIRTUALLY_FRAME" val="{&quot;height&quot;:449.85,&quot;left&quot;:207.6,&quot;top&quot;:46.1,&quot;width&quot;:688.1}"/>
</p:tagLst>
</file>

<file path=ppt/tags/tag129.xml><?xml version="1.0" encoding="utf-8"?>
<p:tagLst xmlns:p="http://schemas.openxmlformats.org/presentationml/2006/main">
  <p:tag name="KSO_WM_DIAGRAM_VIRTUALLY_FRAME" val="{&quot;height&quot;:449.85,&quot;left&quot;:207.6,&quot;top&quot;:46.1,&quot;width&quot;:688.1}"/>
</p:tagLst>
</file>

<file path=ppt/tags/tag130.xml><?xml version="1.0" encoding="utf-8"?>
<p:tagLst xmlns:p="http://schemas.openxmlformats.org/presentationml/2006/main">
  <p:tag name="KSO_WM_DIAGRAM_VIRTUALLY_FRAME" val="{&quot;height&quot;:449.85,&quot;left&quot;:207.6,&quot;top&quot;:46.1,&quot;width&quot;:688.1}"/>
</p:tagLst>
</file>

<file path=ppt/tags/tag131.xml><?xml version="1.0" encoding="utf-8"?>
<p:tagLst xmlns:p="http://schemas.openxmlformats.org/presentationml/2006/main">
  <p:tag name="KSO_WM_DIAGRAM_VIRTUALLY_FRAME" val="{&quot;height&quot;:449.85,&quot;left&quot;:207.6,&quot;top&quot;:46.1,&quot;width&quot;:688.1}"/>
</p:tagLst>
</file>

<file path=ppt/tags/tag132.xml><?xml version="1.0" encoding="utf-8"?>
<p:tagLst xmlns:p="http://schemas.openxmlformats.org/presentationml/2006/main">
  <p:tag name="KSO_WM_DIAGRAM_VIRTUALLY_FRAME" val="{&quot;height&quot;:449.85,&quot;left&quot;:207.6,&quot;top&quot;:46.1,&quot;width&quot;:688.1}"/>
</p:tagLst>
</file>

<file path=ppt/tags/tag133.xml><?xml version="1.0" encoding="utf-8"?>
<p:tagLst xmlns:p="http://schemas.openxmlformats.org/presentationml/2006/main">
  <p:tag name="KSO_WM_DIAGRAM_VIRTUALLY_FRAME" val="{&quot;height&quot;:449.85,&quot;left&quot;:207.6,&quot;top&quot;:46.1,&quot;width&quot;:688.1}"/>
</p:tagLst>
</file>

<file path=ppt/tags/tag134.xml><?xml version="1.0" encoding="utf-8"?>
<p:tagLst xmlns:p="http://schemas.openxmlformats.org/presentationml/2006/main">
  <p:tag name="KSO_WM_DIAGRAM_VIRTUALLY_FRAME" val="{&quot;height&quot;:449.85,&quot;left&quot;:207.6,&quot;top&quot;:46.1,&quot;width&quot;:688.1}"/>
</p:tagLst>
</file>

<file path=ppt/tags/tag135.xml><?xml version="1.0" encoding="utf-8"?>
<p:tagLst xmlns:p="http://schemas.openxmlformats.org/presentationml/2006/main">
  <p:tag name="KSO_WM_DIAGRAM_VIRTUALLY_FRAME" val="{&quot;height&quot;:449.85,&quot;left&quot;:207.6,&quot;top&quot;:46.1,&quot;width&quot;:688.1}"/>
</p:tagLst>
</file>

<file path=ppt/tags/tag136.xml><?xml version="1.0" encoding="utf-8"?>
<p:tagLst xmlns:p="http://schemas.openxmlformats.org/presentationml/2006/main">
  <p:tag name="KSO_WM_DIAGRAM_VIRTUALLY_FRAME" val="{&quot;height&quot;:449.85,&quot;left&quot;:207.6,&quot;top&quot;:46.1,&quot;width&quot;:688.1}"/>
</p:tagLst>
</file>

<file path=ppt/tags/tag137.xml><?xml version="1.0" encoding="utf-8"?>
<p:tagLst xmlns:p="http://schemas.openxmlformats.org/presentationml/2006/main">
  <p:tag name="KSO_WM_DIAGRAM_VIRTUALLY_FRAME" val="{&quot;height&quot;:449.85,&quot;left&quot;:207.6,&quot;top&quot;:46.1,&quot;width&quot;:688.1}"/>
</p:tagLst>
</file>

<file path=ppt/tags/tag138.xml><?xml version="1.0" encoding="utf-8"?>
<p:tagLst xmlns:p="http://schemas.openxmlformats.org/presentationml/2006/main">
  <p:tag name="KSO_WM_DIAGRAM_VIRTUALLY_FRAME" val="{&quot;height&quot;:449.85,&quot;left&quot;:207.6,&quot;top&quot;:46.1,&quot;width&quot;:688.1}"/>
</p:tagLst>
</file>

<file path=ppt/tags/tag139.xml><?xml version="1.0" encoding="utf-8"?>
<p:tagLst xmlns:p="http://schemas.openxmlformats.org/presentationml/2006/main">
  <p:tag name="KSO_WM_DIAGRAM_VIRTUALLY_FRAME" val="{&quot;height&quot;:449.85,&quot;left&quot;:207.6,&quot;top&quot;:46.1,&quot;width&quot;:688.1}"/>
</p:tagLst>
</file>

<file path=ppt/tags/tag140.xml><?xml version="1.0" encoding="utf-8"?>
<p:tagLst xmlns:p="http://schemas.openxmlformats.org/presentationml/2006/main">
  <p:tag name="KSO_WM_DIAGRAM_VIRTUALLY_FRAME" val="{&quot;height&quot;:449.85,&quot;left&quot;:207.6,&quot;top&quot;:46.1,&quot;width&quot;:688.1}"/>
</p:tagLst>
</file>

<file path=ppt/tags/tag141.xml><?xml version="1.0" encoding="utf-8"?>
<p:tagLst xmlns:p="http://schemas.openxmlformats.org/presentationml/2006/main">
  <p:tag name="KSO_WM_DIAGRAM_VIRTUALLY_FRAME" val="{&quot;height&quot;:449.85,&quot;left&quot;:207.6,&quot;top&quot;:46.1,&quot;width&quot;:688.1}"/>
</p:tagLst>
</file>

<file path=ppt/tags/tag142.xml><?xml version="1.0" encoding="utf-8"?>
<p:tagLst xmlns:p="http://schemas.openxmlformats.org/presentationml/2006/main">
  <p:tag name="KSO_WM_DIAGRAM_VIRTUALLY_FRAME" val="{&quot;height&quot;:449.85,&quot;left&quot;:207.6,&quot;top&quot;:46.1,&quot;width&quot;:688.1}"/>
</p:tagLst>
</file>

<file path=ppt/tags/tag143.xml><?xml version="1.0" encoding="utf-8"?>
<p:tagLst xmlns:p="http://schemas.openxmlformats.org/presentationml/2006/main">
  <p:tag name="KSO_WM_DIAGRAM_VIRTUALLY_FRAME" val="{&quot;height&quot;:449.85,&quot;left&quot;:207.6,&quot;top&quot;:46.1,&quot;width&quot;:688.1}"/>
</p:tagLst>
</file>

<file path=ppt/tags/tag144.xml><?xml version="1.0" encoding="utf-8"?>
<p:tagLst xmlns:p="http://schemas.openxmlformats.org/presentationml/2006/main">
  <p:tag name="KSO_WM_DIAGRAM_VIRTUALLY_FRAME" val="{&quot;height&quot;:449.85,&quot;left&quot;:207.6,&quot;top&quot;:46.1,&quot;width&quot;:688.1}"/>
</p:tagLst>
</file>

<file path=ppt/tags/tag145.xml><?xml version="1.0" encoding="utf-8"?>
<p:tagLst xmlns:p="http://schemas.openxmlformats.org/presentationml/2006/main">
  <p:tag name="KSO_WM_DIAGRAM_VIRTUALLY_FRAME" val="{&quot;height&quot;:449.85,&quot;left&quot;:207.6,&quot;top&quot;:46.1,&quot;width&quot;:688.1}"/>
</p:tagLst>
</file>

<file path=ppt/tags/tag146.xml><?xml version="1.0" encoding="utf-8"?>
<p:tagLst xmlns:p="http://schemas.openxmlformats.org/presentationml/2006/main">
  <p:tag name="KSO_WM_DIAGRAM_VIRTUALLY_FRAME" val="{&quot;height&quot;:449.85,&quot;left&quot;:207.6,&quot;top&quot;:46.1,&quot;width&quot;:688.1}"/>
</p:tagLst>
</file>

<file path=ppt/tags/tag147.xml><?xml version="1.0" encoding="utf-8"?>
<p:tagLst xmlns:p="http://schemas.openxmlformats.org/presentationml/2006/main">
  <p:tag name="KSO_WM_DIAGRAM_VIRTUALLY_FRAME" val="{&quot;height&quot;:449.85,&quot;left&quot;:207.6,&quot;top&quot;:46.1,&quot;width&quot;:68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1014</Words>
  <Application>WPS 演示</Application>
  <PresentationFormat>宽屏</PresentationFormat>
  <Paragraphs>295</Paragraphs>
  <Slides>9</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19</vt:i4>
      </vt:variant>
      <vt:variant>
        <vt:lpstr>幻灯片标题</vt:lpstr>
      </vt:variant>
      <vt:variant>
        <vt:i4>9</vt:i4>
      </vt:variant>
    </vt:vector>
  </HeadingPairs>
  <TitlesOfParts>
    <vt:vector size="37" baseType="lpstr">
      <vt:lpstr>Arial</vt:lpstr>
      <vt:lpstr>宋体</vt:lpstr>
      <vt:lpstr>Wingdings</vt:lpstr>
      <vt:lpstr>Times New Roman</vt:lpstr>
      <vt:lpstr>微软雅黑</vt:lpstr>
      <vt:lpstr>仿宋</vt:lpstr>
      <vt:lpstr>Calibri</vt:lpstr>
      <vt:lpstr>Arial Unicode MS</vt:lpstr>
      <vt:lpstr>WPS</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平晨昊</dc:creator>
  <cp:lastModifiedBy>北葵向氧</cp:lastModifiedBy>
  <cp:revision>53</cp:revision>
  <dcterms:created xsi:type="dcterms:W3CDTF">2023-08-09T12:44:00Z</dcterms:created>
  <dcterms:modified xsi:type="dcterms:W3CDTF">2025-07-22T15:53:14Z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2052-12.1.0.21915</vt:lpwstr>
  </property>
</Properties>
</file>